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83" r:id="rId6"/>
    <p:sldId id="258" r:id="rId7"/>
    <p:sldId id="259" r:id="rId8"/>
    <p:sldId id="260" r:id="rId9"/>
    <p:sldId id="261" r:id="rId10"/>
    <p:sldId id="262" r:id="rId11"/>
    <p:sldId id="263" r:id="rId12"/>
    <p:sldId id="264" r:id="rId13"/>
    <p:sldId id="265" r:id="rId14"/>
    <p:sldId id="284" r:id="rId15"/>
    <p:sldId id="285" r:id="rId16"/>
    <p:sldId id="278" r:id="rId17"/>
  </p:sldIdLst>
  <p:sldSz cx="9144000" cy="5143500" type="screen16x9"/>
  <p:notesSz cx="6858000" cy="9144000"/>
  <p:embeddedFontLst>
    <p:embeddedFont>
      <p:font typeface="Fira Sans Extra Condensed Medium" panose="020B0603050000020004"/>
      <p:regular r:id="rId21"/>
    </p:embeddedFont>
    <p:embeddedFont>
      <p:font typeface="Roboto" panose="02000000000000000000"/>
      <p:regular r:id="rId22"/>
    </p:embeddedFont>
    <p:embeddedFont>
      <p:font typeface="Fira Sans Extra Condensed" panose="020B0603050000020004"/>
      <p:regular r:id="rId23"/>
    </p:embeddedFont>
    <p:embeddedFont>
      <p:font typeface="Bebas Neue" panose="020B0606020202050201"/>
      <p:regular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74" autoAdjust="0"/>
  </p:normalViewPr>
  <p:slideViewPr>
    <p:cSldViewPr snapToGrid="0">
      <p:cViewPr>
        <p:scale>
          <a:sx n="125" d="100"/>
          <a:sy n="125" d="100"/>
        </p:scale>
        <p:origin x="226"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
        <p:cNvGrpSpPr/>
        <p:nvPr/>
      </p:nvGrpSpPr>
      <p:grpSpPr>
        <a:xfrm>
          <a:off x="0" y="0"/>
          <a:ext cx="0" cy="0"/>
          <a:chOff x="0" y="0"/>
          <a:chExt cx="0" cy="0"/>
        </a:xfrm>
      </p:grpSpPr>
      <p:sp>
        <p:nvSpPr>
          <p:cNvPr id="48" name="Google Shape;4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3"/>
        <p:cNvGrpSpPr/>
        <p:nvPr/>
      </p:nvGrpSpPr>
      <p:grpSpPr>
        <a:xfrm>
          <a:off x="0" y="0"/>
          <a:ext cx="0" cy="0"/>
          <a:chOff x="0" y="0"/>
          <a:chExt cx="0" cy="0"/>
        </a:xfrm>
      </p:grpSpPr>
      <p:sp>
        <p:nvSpPr>
          <p:cNvPr id="114" name="Google Shape;11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6"/>
        <p:cNvGrpSpPr/>
        <p:nvPr/>
      </p:nvGrpSpPr>
      <p:grpSpPr>
        <a:xfrm>
          <a:off x="0" y="0"/>
          <a:ext cx="0" cy="0"/>
          <a:chOff x="0" y="0"/>
          <a:chExt cx="0" cy="0"/>
        </a:xfrm>
      </p:grpSpPr>
      <p:sp>
        <p:nvSpPr>
          <p:cNvPr id="187" name="Google Shape;18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4"/>
        <p:cNvGrpSpPr/>
        <p:nvPr/>
      </p:nvGrpSpPr>
      <p:grpSpPr>
        <a:xfrm>
          <a:off x="0" y="0"/>
          <a:ext cx="0" cy="0"/>
          <a:chOff x="0" y="0"/>
          <a:chExt cx="0" cy="0"/>
        </a:xfrm>
      </p:grpSpPr>
      <p:sp>
        <p:nvSpPr>
          <p:cNvPr id="225" name="Google Shape;22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8"/>
        <p:cNvGrpSpPr/>
        <p:nvPr/>
      </p:nvGrpSpPr>
      <p:grpSpPr>
        <a:xfrm>
          <a:off x="0" y="0"/>
          <a:ext cx="0" cy="0"/>
          <a:chOff x="0" y="0"/>
          <a:chExt cx="0" cy="0"/>
        </a:xfrm>
      </p:grpSpPr>
      <p:sp>
        <p:nvSpPr>
          <p:cNvPr id="279" name="Google Shape;2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4"/>
        <p:cNvGrpSpPr/>
        <p:nvPr/>
      </p:nvGrpSpPr>
      <p:grpSpPr>
        <a:xfrm>
          <a:off x="0" y="0"/>
          <a:ext cx="0" cy="0"/>
          <a:chOff x="0" y="0"/>
          <a:chExt cx="0" cy="0"/>
        </a:xfrm>
      </p:grpSpPr>
      <p:sp>
        <p:nvSpPr>
          <p:cNvPr id="315" name="Google Shape;31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6" name="Google Shape;31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7"/>
        <p:cNvGrpSpPr/>
        <p:nvPr/>
      </p:nvGrpSpPr>
      <p:grpSpPr>
        <a:xfrm>
          <a:off x="0" y="0"/>
          <a:ext cx="0" cy="0"/>
          <a:chOff x="0" y="0"/>
          <a:chExt cx="0" cy="0"/>
        </a:xfrm>
      </p:grpSpPr>
      <p:sp>
        <p:nvSpPr>
          <p:cNvPr id="348" name="Google Shape;34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9" name="Google Shape;34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8"/>
        <p:cNvGrpSpPr/>
        <p:nvPr/>
      </p:nvGrpSpPr>
      <p:grpSpPr>
        <a:xfrm>
          <a:off x="0" y="0"/>
          <a:ext cx="0" cy="0"/>
          <a:chOff x="0" y="0"/>
          <a:chExt cx="0" cy="0"/>
        </a:xfrm>
      </p:grpSpPr>
      <p:sp>
        <p:nvSpPr>
          <p:cNvPr id="379" name="Google Shape;37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0" name="Google Shape;38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7"/>
        <p:cNvGrpSpPr/>
        <p:nvPr/>
      </p:nvGrpSpPr>
      <p:grpSpPr>
        <a:xfrm>
          <a:off x="0" y="0"/>
          <a:ext cx="0" cy="0"/>
          <a:chOff x="0" y="0"/>
          <a:chExt cx="0" cy="0"/>
        </a:xfrm>
      </p:grpSpPr>
      <p:sp>
        <p:nvSpPr>
          <p:cNvPr id="838" name="Google Shape;83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39" name="Google Shape;83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57175" y="1584238"/>
            <a:ext cx="3461400" cy="1511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5200"/>
              <a:buNone/>
              <a:defRPr sz="4700">
                <a:solidFill>
                  <a:schemeClr val="dk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2"/>
          <p:cNvSpPr txBox="1">
            <a:spLocks noGrp="1"/>
          </p:cNvSpPr>
          <p:nvPr>
            <p:ph type="subTitle" idx="1"/>
          </p:nvPr>
        </p:nvSpPr>
        <p:spPr>
          <a:xfrm>
            <a:off x="457175" y="3231075"/>
            <a:ext cx="3338400" cy="328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1400">
                <a:solidFill>
                  <a:schemeClr val="accent6"/>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514575" y="409575"/>
            <a:ext cx="4114800" cy="321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a:solidFill>
                  <a:schemeClr val="dk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0" marR="0" lvl="1"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0" marR="0" lvl="2"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0" marR="0" lvl="3"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0" marR="0" lvl="4"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0" marR="0" lvl="5"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0" marR="0" lvl="6"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0" marR="0" lvl="7"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0" marR="0" lvl="8"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710275" y="536650"/>
            <a:ext cx="7723500" cy="481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5"/>
          <p:cNvSpPr txBox="1">
            <a:spLocks noGrp="1"/>
          </p:cNvSpPr>
          <p:nvPr>
            <p:ph type="body" idx="1"/>
          </p:nvPr>
        </p:nvSpPr>
        <p:spPr>
          <a:xfrm>
            <a:off x="710275" y="1152475"/>
            <a:ext cx="7723500" cy="34545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p:txBody>
      </p:sp>
      <p:sp>
        <p:nvSpPr>
          <p:cNvPr id="19" name="Google Shape;1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0" marR="0" lvl="1"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0" marR="0" lvl="2"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0" marR="0" lvl="3"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0" marR="0" lvl="4"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0" marR="0" lvl="5"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0" marR="0" lvl="6"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0" marR="0" lvl="7"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0" marR="0" lvl="8"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710275" y="536650"/>
            <a:ext cx="7723500" cy="481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23" name="Google Shape;23;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24" name="Google Shape;24;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0" marR="0" lvl="1"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0" marR="0" lvl="2"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0" marR="0" lvl="3"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0" marR="0" lvl="4"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0" marR="0" lvl="5"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0" marR="0" lvl="6"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0" marR="0" lvl="7"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0" marR="0" lvl="8"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7" name="Google Shape;27;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p:txBody>
      </p:sp>
      <p:sp>
        <p:nvSpPr>
          <p:cNvPr id="28" name="Google Shape;28;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0" marR="0" lvl="1"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0" marR="0" lvl="2"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0" marR="0" lvl="3"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0" marR="0" lvl="4"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0" marR="0" lvl="5"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0" marR="0" lvl="6"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0" marR="0" lvl="7"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0" marR="0" lvl="8"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0" marR="0" lvl="1"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0" marR="0" lvl="2"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0" marR="0" lvl="3"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0" marR="0" lvl="4"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0" marR="0" lvl="5"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0" marR="0" lvl="6"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0" marR="0" lvl="7"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0" marR="0" lvl="8"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 name="Google Shape;34;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5" name="Google Shape;35;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p:txBody>
      </p:sp>
      <p:sp>
        <p:nvSpPr>
          <p:cNvPr id="37" name="Google Shape;37;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0" marR="0" lvl="1"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0" marR="0" lvl="2"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0" marR="0" lvl="3"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0" marR="0" lvl="4"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0" marR="0" lvl="5"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0" marR="0" lvl="6"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0" marR="0" lvl="7"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0" marR="0" lvl="8"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0" marR="0" lvl="1"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0" marR="0" lvl="2"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0" marR="0" lvl="3"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0" marR="0" lvl="4"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0" marR="0" lvl="5"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0" marR="0" lvl="6"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0" marR="0" lvl="7"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0" marR="0" lvl="8"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p:txBody>
      </p:sp>
      <p:sp>
        <p:nvSpPr>
          <p:cNvPr id="44" name="Google Shape;4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0" marR="0" lvl="1"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0" marR="0" lvl="2"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0" marR="0" lvl="3"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0" marR="0" lvl="4"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0" marR="0" lvl="5"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0" marR="0" lvl="6"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0" marR="0" lvl="7"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0" marR="0" lvl="8" indent="0" algn="l" rtl="0">
              <a:lnSpc>
                <a:spcPct val="100000"/>
              </a:lnSpc>
              <a:spcBef>
                <a:spcPts val="0"/>
              </a:spcBef>
              <a:spcAft>
                <a:spcPts val="0"/>
              </a:spcAft>
              <a:buClr>
                <a:srgbClr val="000000"/>
              </a:buClr>
              <a:buSzPts val="1400"/>
              <a:buFont typeface="Arial" panose="020B0604020202020204"/>
              <a:buNone/>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0275" y="536650"/>
            <a:ext cx="7723500" cy="4812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dk1"/>
              </a:buClr>
              <a:buSzPts val="2800"/>
              <a:buFont typeface="Fira Sans Extra Condensed Medium" panose="020B0603050000020004"/>
              <a:buNone/>
              <a:defRPr sz="28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1pPr>
            <a:lvl2pPr marR="0" lvl="1" algn="l" rtl="0">
              <a:lnSpc>
                <a:spcPct val="100000"/>
              </a:lnSpc>
              <a:spcBef>
                <a:spcPts val="0"/>
              </a:spcBef>
              <a:spcAft>
                <a:spcPts val="0"/>
              </a:spcAft>
              <a:buClr>
                <a:schemeClr val="dk1"/>
              </a:buClr>
              <a:buSzPts val="2800"/>
              <a:buFont typeface="Fira Sans Extra Condensed Medium" panose="020B0603050000020004"/>
              <a:buNone/>
              <a:defRPr sz="28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2pPr>
            <a:lvl3pPr marR="0" lvl="2" algn="l" rtl="0">
              <a:lnSpc>
                <a:spcPct val="100000"/>
              </a:lnSpc>
              <a:spcBef>
                <a:spcPts val="0"/>
              </a:spcBef>
              <a:spcAft>
                <a:spcPts val="0"/>
              </a:spcAft>
              <a:buClr>
                <a:schemeClr val="dk1"/>
              </a:buClr>
              <a:buSzPts val="2800"/>
              <a:buFont typeface="Fira Sans Extra Condensed Medium" panose="020B0603050000020004"/>
              <a:buNone/>
              <a:defRPr sz="28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3pPr>
            <a:lvl4pPr marR="0" lvl="3" algn="l" rtl="0">
              <a:lnSpc>
                <a:spcPct val="100000"/>
              </a:lnSpc>
              <a:spcBef>
                <a:spcPts val="0"/>
              </a:spcBef>
              <a:spcAft>
                <a:spcPts val="0"/>
              </a:spcAft>
              <a:buClr>
                <a:schemeClr val="dk1"/>
              </a:buClr>
              <a:buSzPts val="2800"/>
              <a:buFont typeface="Fira Sans Extra Condensed Medium" panose="020B0603050000020004"/>
              <a:buNone/>
              <a:defRPr sz="28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4pPr>
            <a:lvl5pPr marR="0" lvl="4" algn="l" rtl="0">
              <a:lnSpc>
                <a:spcPct val="100000"/>
              </a:lnSpc>
              <a:spcBef>
                <a:spcPts val="0"/>
              </a:spcBef>
              <a:spcAft>
                <a:spcPts val="0"/>
              </a:spcAft>
              <a:buClr>
                <a:schemeClr val="dk1"/>
              </a:buClr>
              <a:buSzPts val="2800"/>
              <a:buFont typeface="Fira Sans Extra Condensed Medium" panose="020B0603050000020004"/>
              <a:buNone/>
              <a:defRPr sz="28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5pPr>
            <a:lvl6pPr marR="0" lvl="5" algn="l" rtl="0">
              <a:lnSpc>
                <a:spcPct val="100000"/>
              </a:lnSpc>
              <a:spcBef>
                <a:spcPts val="0"/>
              </a:spcBef>
              <a:spcAft>
                <a:spcPts val="0"/>
              </a:spcAft>
              <a:buClr>
                <a:schemeClr val="dk1"/>
              </a:buClr>
              <a:buSzPts val="2800"/>
              <a:buFont typeface="Fira Sans Extra Condensed Medium" panose="020B0603050000020004"/>
              <a:buNone/>
              <a:defRPr sz="28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6pPr>
            <a:lvl7pPr marR="0" lvl="6" algn="l" rtl="0">
              <a:lnSpc>
                <a:spcPct val="100000"/>
              </a:lnSpc>
              <a:spcBef>
                <a:spcPts val="0"/>
              </a:spcBef>
              <a:spcAft>
                <a:spcPts val="0"/>
              </a:spcAft>
              <a:buClr>
                <a:schemeClr val="dk1"/>
              </a:buClr>
              <a:buSzPts val="2800"/>
              <a:buFont typeface="Fira Sans Extra Condensed Medium" panose="020B0603050000020004"/>
              <a:buNone/>
              <a:defRPr sz="28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7pPr>
            <a:lvl8pPr marR="0" lvl="7" algn="l" rtl="0">
              <a:lnSpc>
                <a:spcPct val="100000"/>
              </a:lnSpc>
              <a:spcBef>
                <a:spcPts val="0"/>
              </a:spcBef>
              <a:spcAft>
                <a:spcPts val="0"/>
              </a:spcAft>
              <a:buClr>
                <a:schemeClr val="dk1"/>
              </a:buClr>
              <a:buSzPts val="2800"/>
              <a:buFont typeface="Fira Sans Extra Condensed Medium" panose="020B0603050000020004"/>
              <a:buNone/>
              <a:defRPr sz="28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8pPr>
            <a:lvl9pPr marR="0" lvl="8" algn="l" rtl="0">
              <a:lnSpc>
                <a:spcPct val="100000"/>
              </a:lnSpc>
              <a:spcBef>
                <a:spcPts val="0"/>
              </a:spcBef>
              <a:spcAft>
                <a:spcPts val="0"/>
              </a:spcAft>
              <a:buClr>
                <a:schemeClr val="dk1"/>
              </a:buClr>
              <a:buSzPts val="2800"/>
              <a:buFont typeface="Fira Sans Extra Condensed Medium" panose="020B0603050000020004"/>
              <a:buNone/>
              <a:defRPr sz="2800" b="0" i="0" u="none" strike="noStrike" cap="none">
                <a:solidFill>
                  <a:schemeClr val="dk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defRPr>
            </a:lvl9pPr>
          </a:lstStyle>
          <a:p/>
        </p:txBody>
      </p:sp>
      <p:sp>
        <p:nvSpPr>
          <p:cNvPr id="7" name="Google Shape;7;p1"/>
          <p:cNvSpPr txBox="1">
            <a:spLocks noGrp="1"/>
          </p:cNvSpPr>
          <p:nvPr>
            <p:ph type="body" idx="1"/>
          </p:nvPr>
        </p:nvSpPr>
        <p:spPr>
          <a:xfrm>
            <a:off x="710275" y="1152475"/>
            <a:ext cx="7723500" cy="34545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Roboto" panose="02000000000000000000"/>
              <a:buChar char="●"/>
              <a:defRPr sz="1800" b="0" i="0" u="none" strike="noStrike" cap="none">
                <a:solidFill>
                  <a:schemeClr val="dk1"/>
                </a:solidFill>
                <a:latin typeface="Roboto" panose="02000000000000000000"/>
                <a:ea typeface="Roboto" panose="02000000000000000000"/>
                <a:cs typeface="Roboto" panose="02000000000000000000"/>
                <a:sym typeface="Roboto" panose="02000000000000000000"/>
              </a:defRPr>
            </a:lvl1pPr>
            <a:lvl2pPr marL="914400" marR="0" lvl="1" indent="-317500" algn="l" rtl="0">
              <a:lnSpc>
                <a:spcPct val="115000"/>
              </a:lnSpc>
              <a:spcBef>
                <a:spcPts val="1600"/>
              </a:spcBef>
              <a:spcAft>
                <a:spcPts val="0"/>
              </a:spcAft>
              <a:buClr>
                <a:schemeClr val="dk1"/>
              </a:buClr>
              <a:buSzPts val="1400"/>
              <a:buFont typeface="Roboto" panose="02000000000000000000"/>
              <a:buChar char="○"/>
              <a:defRPr sz="1400" b="0" i="0" u="none" strike="noStrike" cap="none">
                <a:solidFill>
                  <a:schemeClr val="dk1"/>
                </a:solidFill>
                <a:latin typeface="Roboto" panose="02000000000000000000"/>
                <a:ea typeface="Roboto" panose="02000000000000000000"/>
                <a:cs typeface="Roboto" panose="02000000000000000000"/>
                <a:sym typeface="Roboto" panose="02000000000000000000"/>
              </a:defRPr>
            </a:lvl2pPr>
            <a:lvl3pPr marL="1371600" marR="0" lvl="2" indent="-317500" algn="l" rtl="0">
              <a:lnSpc>
                <a:spcPct val="115000"/>
              </a:lnSpc>
              <a:spcBef>
                <a:spcPts val="1600"/>
              </a:spcBef>
              <a:spcAft>
                <a:spcPts val="0"/>
              </a:spcAft>
              <a:buClr>
                <a:schemeClr val="dk1"/>
              </a:buClr>
              <a:buSzPts val="1400"/>
              <a:buFont typeface="Roboto" panose="02000000000000000000"/>
              <a:buChar char="■"/>
              <a:defRPr sz="1400" b="0" i="0" u="none" strike="noStrike" cap="none">
                <a:solidFill>
                  <a:schemeClr val="dk1"/>
                </a:solidFill>
                <a:latin typeface="Roboto" panose="02000000000000000000"/>
                <a:ea typeface="Roboto" panose="02000000000000000000"/>
                <a:cs typeface="Roboto" panose="02000000000000000000"/>
                <a:sym typeface="Roboto" panose="02000000000000000000"/>
              </a:defRPr>
            </a:lvl3pPr>
            <a:lvl4pPr marL="1828800" marR="0" lvl="3" indent="-317500" algn="l" rtl="0">
              <a:lnSpc>
                <a:spcPct val="115000"/>
              </a:lnSpc>
              <a:spcBef>
                <a:spcPts val="1600"/>
              </a:spcBef>
              <a:spcAft>
                <a:spcPts val="0"/>
              </a:spcAft>
              <a:buClr>
                <a:schemeClr val="dk1"/>
              </a:buClr>
              <a:buSzPts val="1400"/>
              <a:buFont typeface="Roboto" panose="02000000000000000000"/>
              <a:buChar char="●"/>
              <a:defRPr sz="1400" b="0" i="0" u="none" strike="noStrike" cap="none">
                <a:solidFill>
                  <a:schemeClr val="dk1"/>
                </a:solidFill>
                <a:latin typeface="Roboto" panose="02000000000000000000"/>
                <a:ea typeface="Roboto" panose="02000000000000000000"/>
                <a:cs typeface="Roboto" panose="02000000000000000000"/>
                <a:sym typeface="Roboto" panose="02000000000000000000"/>
              </a:defRPr>
            </a:lvl4pPr>
            <a:lvl5pPr marL="2286000" marR="0" lvl="4" indent="-317500" algn="l" rtl="0">
              <a:lnSpc>
                <a:spcPct val="115000"/>
              </a:lnSpc>
              <a:spcBef>
                <a:spcPts val="1600"/>
              </a:spcBef>
              <a:spcAft>
                <a:spcPts val="0"/>
              </a:spcAft>
              <a:buClr>
                <a:schemeClr val="dk1"/>
              </a:buClr>
              <a:buSzPts val="1400"/>
              <a:buFont typeface="Roboto" panose="02000000000000000000"/>
              <a:buChar char="○"/>
              <a:defRPr sz="1400" b="0" i="0" u="none" strike="noStrike" cap="none">
                <a:solidFill>
                  <a:schemeClr val="dk1"/>
                </a:solidFill>
                <a:latin typeface="Roboto" panose="02000000000000000000"/>
                <a:ea typeface="Roboto" panose="02000000000000000000"/>
                <a:cs typeface="Roboto" panose="02000000000000000000"/>
                <a:sym typeface="Roboto" panose="02000000000000000000"/>
              </a:defRPr>
            </a:lvl5pPr>
            <a:lvl6pPr marL="2743200" marR="0" lvl="5" indent="-317500" algn="l" rtl="0">
              <a:lnSpc>
                <a:spcPct val="115000"/>
              </a:lnSpc>
              <a:spcBef>
                <a:spcPts val="1600"/>
              </a:spcBef>
              <a:spcAft>
                <a:spcPts val="0"/>
              </a:spcAft>
              <a:buClr>
                <a:schemeClr val="dk1"/>
              </a:buClr>
              <a:buSzPts val="1400"/>
              <a:buFont typeface="Roboto" panose="02000000000000000000"/>
              <a:buChar char="■"/>
              <a:defRPr sz="1400" b="0" i="0" u="none" strike="noStrike" cap="none">
                <a:solidFill>
                  <a:schemeClr val="dk1"/>
                </a:solidFill>
                <a:latin typeface="Roboto" panose="02000000000000000000"/>
                <a:ea typeface="Roboto" panose="02000000000000000000"/>
                <a:cs typeface="Roboto" panose="02000000000000000000"/>
                <a:sym typeface="Roboto" panose="02000000000000000000"/>
              </a:defRPr>
            </a:lvl6pPr>
            <a:lvl7pPr marL="3200400" marR="0" lvl="6" indent="-317500" algn="l" rtl="0">
              <a:lnSpc>
                <a:spcPct val="115000"/>
              </a:lnSpc>
              <a:spcBef>
                <a:spcPts val="1600"/>
              </a:spcBef>
              <a:spcAft>
                <a:spcPts val="0"/>
              </a:spcAft>
              <a:buClr>
                <a:schemeClr val="dk1"/>
              </a:buClr>
              <a:buSzPts val="1400"/>
              <a:buFont typeface="Roboto" panose="02000000000000000000"/>
              <a:buChar char="●"/>
              <a:defRPr sz="1400" b="0" i="0" u="none" strike="noStrike" cap="none">
                <a:solidFill>
                  <a:schemeClr val="dk1"/>
                </a:solidFill>
                <a:latin typeface="Roboto" panose="02000000000000000000"/>
                <a:ea typeface="Roboto" panose="02000000000000000000"/>
                <a:cs typeface="Roboto" panose="02000000000000000000"/>
                <a:sym typeface="Roboto" panose="02000000000000000000"/>
              </a:defRPr>
            </a:lvl7pPr>
            <a:lvl8pPr marL="3657600" marR="0" lvl="7" indent="-317500" algn="l" rtl="0">
              <a:lnSpc>
                <a:spcPct val="115000"/>
              </a:lnSpc>
              <a:spcBef>
                <a:spcPts val="1600"/>
              </a:spcBef>
              <a:spcAft>
                <a:spcPts val="0"/>
              </a:spcAft>
              <a:buClr>
                <a:schemeClr val="dk1"/>
              </a:buClr>
              <a:buSzPts val="1400"/>
              <a:buFont typeface="Roboto" panose="02000000000000000000"/>
              <a:buChar char="○"/>
              <a:defRPr sz="1400" b="0" i="0" u="none" strike="noStrike" cap="none">
                <a:solidFill>
                  <a:schemeClr val="dk1"/>
                </a:solidFill>
                <a:latin typeface="Roboto" panose="02000000000000000000"/>
                <a:ea typeface="Roboto" panose="02000000000000000000"/>
                <a:cs typeface="Roboto" panose="02000000000000000000"/>
                <a:sym typeface="Roboto" panose="02000000000000000000"/>
              </a:defRPr>
            </a:lvl8pPr>
            <a:lvl9pPr marL="4114800" marR="0" lvl="8" indent="-317500" algn="l" rtl="0">
              <a:lnSpc>
                <a:spcPct val="115000"/>
              </a:lnSpc>
              <a:spcBef>
                <a:spcPts val="1600"/>
              </a:spcBef>
              <a:spcAft>
                <a:spcPts val="1600"/>
              </a:spcAft>
              <a:buClr>
                <a:schemeClr val="dk1"/>
              </a:buClr>
              <a:buSzPts val="1400"/>
              <a:buFont typeface="Roboto" panose="02000000000000000000"/>
              <a:buChar char="■"/>
              <a:defRPr sz="1400" b="0" i="0" u="none" strike="noStrike" cap="none">
                <a:solidFill>
                  <a:schemeClr val="dk1"/>
                </a:solidFill>
                <a:latin typeface="Roboto" panose="02000000000000000000"/>
                <a:ea typeface="Roboto" panose="02000000000000000000"/>
                <a:cs typeface="Roboto" panose="02000000000000000000"/>
                <a:sym typeface="Roboto" panose="02000000000000000000"/>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3"/>
          <p:cNvSpPr txBox="1">
            <a:spLocks noGrp="1"/>
          </p:cNvSpPr>
          <p:nvPr>
            <p:ph type="ctrTitle"/>
          </p:nvPr>
        </p:nvSpPr>
        <p:spPr>
          <a:xfrm>
            <a:off x="457175" y="1447578"/>
            <a:ext cx="3461400" cy="1511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200"/>
              <a:buNone/>
            </a:pPr>
            <a:r>
              <a:rPr lang="en-GB" sz="2400" dirty="0"/>
              <a:t>Unversitetda kofe </a:t>
            </a:r>
            <a:r>
              <a:rPr lang="en-GB" sz="2400" dirty="0" smtClean="0"/>
              <a:t>do’koni </a:t>
            </a:r>
            <a:r>
              <a:rPr lang="en-GB" sz="2400" dirty="0"/>
              <a:t>ochish </a:t>
            </a:r>
            <a:r>
              <a:rPr lang="en-GB" sz="2400" dirty="0" smtClean="0"/>
              <a:t>to’g’risida </a:t>
            </a:r>
            <a:r>
              <a:rPr lang="en-GB" sz="2400" dirty="0"/>
              <a:t>biznes </a:t>
            </a:r>
            <a:r>
              <a:rPr lang="en-GB" sz="2400" dirty="0" smtClean="0"/>
              <a:t>reja</a:t>
            </a:r>
            <a:endParaRPr sz="2400" dirty="0"/>
          </a:p>
        </p:txBody>
      </p:sp>
      <p:sp>
        <p:nvSpPr>
          <p:cNvPr id="52" name="Google Shape;52;p13"/>
          <p:cNvSpPr/>
          <p:nvPr/>
        </p:nvSpPr>
        <p:spPr>
          <a:xfrm>
            <a:off x="5429232" y="2833908"/>
            <a:ext cx="2402283" cy="251053"/>
          </a:xfrm>
          <a:custGeom>
            <a:avLst/>
            <a:gdLst/>
            <a:ahLst/>
            <a:cxnLst/>
            <a:rect l="l" t="t" r="r" b="b"/>
            <a:pathLst>
              <a:path w="43098" h="4504" extrusionOk="0">
                <a:moveTo>
                  <a:pt x="21549" y="0"/>
                </a:moveTo>
                <a:cubicBezTo>
                  <a:pt x="9640" y="0"/>
                  <a:pt x="0" y="1001"/>
                  <a:pt x="0" y="2235"/>
                </a:cubicBezTo>
                <a:cubicBezTo>
                  <a:pt x="0" y="3470"/>
                  <a:pt x="9640" y="4504"/>
                  <a:pt x="21549" y="4504"/>
                </a:cubicBezTo>
                <a:cubicBezTo>
                  <a:pt x="33457" y="4504"/>
                  <a:pt x="43097" y="3470"/>
                  <a:pt x="43097" y="2235"/>
                </a:cubicBezTo>
                <a:cubicBezTo>
                  <a:pt x="43097" y="1001"/>
                  <a:pt x="33457" y="0"/>
                  <a:pt x="21549" y="0"/>
                </a:cubicBezTo>
                <a:close/>
              </a:path>
            </a:pathLst>
          </a:custGeom>
          <a:solidFill>
            <a:srgbClr val="1427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3" name="Google Shape;53;p13"/>
          <p:cNvSpPr/>
          <p:nvPr/>
        </p:nvSpPr>
        <p:spPr>
          <a:xfrm rot="10800000" flipH="1">
            <a:off x="5990725" y="3577682"/>
            <a:ext cx="1277449" cy="667643"/>
          </a:xfrm>
          <a:custGeom>
            <a:avLst/>
            <a:gdLst/>
            <a:ahLst/>
            <a:cxnLst/>
            <a:rect l="l" t="t" r="r" b="b"/>
            <a:pathLst>
              <a:path w="22918" h="9574" extrusionOk="0">
                <a:moveTo>
                  <a:pt x="1" y="0"/>
                </a:moveTo>
                <a:lnTo>
                  <a:pt x="1" y="9574"/>
                </a:lnTo>
                <a:lnTo>
                  <a:pt x="22917" y="9574"/>
                </a:lnTo>
                <a:lnTo>
                  <a:pt x="22917" y="0"/>
                </a:lnTo>
                <a:close/>
              </a:path>
            </a:pathLst>
          </a:custGeom>
          <a:gradFill>
            <a:gsLst>
              <a:gs pos="0">
                <a:srgbClr val="DDDDDD"/>
              </a:gs>
              <a:gs pos="100000">
                <a:srgbClr val="919191"/>
              </a:gs>
            </a:gsLst>
            <a:lin ang="5400012"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4" name="Google Shape;54;p13"/>
          <p:cNvSpPr/>
          <p:nvPr/>
        </p:nvSpPr>
        <p:spPr>
          <a:xfrm>
            <a:off x="5499858" y="4111296"/>
            <a:ext cx="2251729" cy="148826"/>
          </a:xfrm>
          <a:custGeom>
            <a:avLst/>
            <a:gdLst/>
            <a:ahLst/>
            <a:cxnLst/>
            <a:rect l="l" t="t" r="r" b="b"/>
            <a:pathLst>
              <a:path w="40397" h="2670" extrusionOk="0">
                <a:moveTo>
                  <a:pt x="1" y="1"/>
                </a:moveTo>
                <a:lnTo>
                  <a:pt x="1" y="2669"/>
                </a:lnTo>
                <a:lnTo>
                  <a:pt x="40396" y="2669"/>
                </a:lnTo>
                <a:lnTo>
                  <a:pt x="40396" y="1"/>
                </a:lnTo>
                <a:close/>
              </a:path>
            </a:pathLst>
          </a:custGeom>
          <a:solidFill>
            <a:schemeClr val="lt2"/>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5" name="Google Shape;55;p13"/>
          <p:cNvSpPr/>
          <p:nvPr/>
        </p:nvSpPr>
        <p:spPr>
          <a:xfrm>
            <a:off x="4572025" y="883378"/>
            <a:ext cx="4114727" cy="2880142"/>
          </a:xfrm>
          <a:custGeom>
            <a:avLst/>
            <a:gdLst/>
            <a:ahLst/>
            <a:cxnLst/>
            <a:rect l="l" t="t" r="r" b="b"/>
            <a:pathLst>
              <a:path w="73820" h="51671" extrusionOk="0">
                <a:moveTo>
                  <a:pt x="7206" y="1"/>
                </a:moveTo>
                <a:cubicBezTo>
                  <a:pt x="3236" y="1"/>
                  <a:pt x="0" y="3203"/>
                  <a:pt x="0" y="7172"/>
                </a:cubicBezTo>
                <a:lnTo>
                  <a:pt x="0" y="44499"/>
                </a:lnTo>
                <a:cubicBezTo>
                  <a:pt x="0" y="48469"/>
                  <a:pt x="3236" y="51671"/>
                  <a:pt x="7206" y="51671"/>
                </a:cubicBezTo>
                <a:lnTo>
                  <a:pt x="66648" y="51671"/>
                </a:lnTo>
                <a:cubicBezTo>
                  <a:pt x="70617" y="51671"/>
                  <a:pt x="73820" y="48469"/>
                  <a:pt x="73820" y="44499"/>
                </a:cubicBezTo>
                <a:lnTo>
                  <a:pt x="73820" y="7172"/>
                </a:lnTo>
                <a:cubicBezTo>
                  <a:pt x="73820" y="3203"/>
                  <a:pt x="70617" y="1"/>
                  <a:pt x="6664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6" name="Google Shape;56;p13"/>
          <p:cNvSpPr/>
          <p:nvPr/>
        </p:nvSpPr>
        <p:spPr>
          <a:xfrm>
            <a:off x="4572025" y="883378"/>
            <a:ext cx="4114727" cy="2480430"/>
          </a:xfrm>
          <a:custGeom>
            <a:avLst/>
            <a:gdLst/>
            <a:ahLst/>
            <a:cxnLst/>
            <a:rect l="l" t="t" r="r" b="b"/>
            <a:pathLst>
              <a:path w="73820" h="44500" extrusionOk="0">
                <a:moveTo>
                  <a:pt x="7206" y="1"/>
                </a:moveTo>
                <a:cubicBezTo>
                  <a:pt x="3236" y="1"/>
                  <a:pt x="0" y="3203"/>
                  <a:pt x="0" y="7172"/>
                </a:cubicBezTo>
                <a:lnTo>
                  <a:pt x="0" y="44499"/>
                </a:lnTo>
                <a:lnTo>
                  <a:pt x="73820" y="44499"/>
                </a:lnTo>
                <a:lnTo>
                  <a:pt x="73820" y="7172"/>
                </a:lnTo>
                <a:cubicBezTo>
                  <a:pt x="73820" y="3203"/>
                  <a:pt x="70617" y="1"/>
                  <a:pt x="6664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 name="Google Shape;57;p13"/>
          <p:cNvSpPr/>
          <p:nvPr/>
        </p:nvSpPr>
        <p:spPr>
          <a:xfrm>
            <a:off x="6552274" y="3430796"/>
            <a:ext cx="150665" cy="150609"/>
          </a:xfrm>
          <a:custGeom>
            <a:avLst/>
            <a:gdLst/>
            <a:ahLst/>
            <a:cxnLst/>
            <a:rect l="l" t="t" r="r" b="b"/>
            <a:pathLst>
              <a:path w="2703" h="2702" extrusionOk="0">
                <a:moveTo>
                  <a:pt x="1335" y="0"/>
                </a:moveTo>
                <a:cubicBezTo>
                  <a:pt x="601" y="0"/>
                  <a:pt x="1" y="634"/>
                  <a:pt x="1" y="1368"/>
                </a:cubicBezTo>
                <a:cubicBezTo>
                  <a:pt x="1" y="2102"/>
                  <a:pt x="601" y="2702"/>
                  <a:pt x="1335" y="2702"/>
                </a:cubicBezTo>
                <a:cubicBezTo>
                  <a:pt x="2069" y="2702"/>
                  <a:pt x="2703" y="2102"/>
                  <a:pt x="2703" y="1368"/>
                </a:cubicBezTo>
                <a:cubicBezTo>
                  <a:pt x="2703" y="634"/>
                  <a:pt x="2069" y="33"/>
                  <a:pt x="1335" y="0"/>
                </a:cubicBezTo>
                <a:close/>
              </a:path>
            </a:pathLst>
          </a:cu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8;p13"/>
          <p:cNvSpPr/>
          <p:nvPr/>
        </p:nvSpPr>
        <p:spPr>
          <a:xfrm>
            <a:off x="4572025" y="883378"/>
            <a:ext cx="4114727" cy="2480430"/>
          </a:xfrm>
          <a:custGeom>
            <a:avLst/>
            <a:gdLst/>
            <a:ahLst/>
            <a:cxnLst/>
            <a:rect l="l" t="t" r="r" b="b"/>
            <a:pathLst>
              <a:path w="73820" h="44500" extrusionOk="0">
                <a:moveTo>
                  <a:pt x="66648" y="2136"/>
                </a:moveTo>
                <a:cubicBezTo>
                  <a:pt x="69417" y="2136"/>
                  <a:pt x="71685" y="4404"/>
                  <a:pt x="71685" y="7172"/>
                </a:cubicBezTo>
                <a:lnTo>
                  <a:pt x="71685" y="42331"/>
                </a:lnTo>
                <a:lnTo>
                  <a:pt x="2169" y="42331"/>
                </a:lnTo>
                <a:lnTo>
                  <a:pt x="2169" y="7172"/>
                </a:lnTo>
                <a:cubicBezTo>
                  <a:pt x="2169" y="4404"/>
                  <a:pt x="4437" y="2136"/>
                  <a:pt x="7206" y="2136"/>
                </a:cubicBezTo>
                <a:close/>
                <a:moveTo>
                  <a:pt x="7206" y="1"/>
                </a:moveTo>
                <a:cubicBezTo>
                  <a:pt x="3236" y="1"/>
                  <a:pt x="0" y="3203"/>
                  <a:pt x="0" y="7172"/>
                </a:cubicBezTo>
                <a:lnTo>
                  <a:pt x="0" y="44499"/>
                </a:lnTo>
                <a:lnTo>
                  <a:pt x="73820" y="44499"/>
                </a:lnTo>
                <a:lnTo>
                  <a:pt x="73820" y="7172"/>
                </a:lnTo>
                <a:cubicBezTo>
                  <a:pt x="73820" y="3203"/>
                  <a:pt x="70617" y="1"/>
                  <a:pt x="66648" y="1"/>
                </a:cubicBezTo>
                <a:close/>
              </a:path>
            </a:pathLst>
          </a:custGeom>
          <a:solidFill>
            <a:schemeClr val="dk2"/>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9" name="Google Shape;59;p13"/>
          <p:cNvSpPr/>
          <p:nvPr/>
        </p:nvSpPr>
        <p:spPr>
          <a:xfrm>
            <a:off x="5617028" y="1504402"/>
            <a:ext cx="2022972" cy="1340658"/>
          </a:xfrm>
          <a:custGeom>
            <a:avLst/>
            <a:gdLst/>
            <a:ahLst/>
            <a:cxnLst/>
            <a:rect l="l" t="t" r="r" b="b"/>
            <a:pathLst>
              <a:path w="36293" h="24052" extrusionOk="0">
                <a:moveTo>
                  <a:pt x="0" y="1"/>
                </a:moveTo>
                <a:lnTo>
                  <a:pt x="0" y="24052"/>
                </a:lnTo>
                <a:lnTo>
                  <a:pt x="36293" y="24052"/>
                </a:lnTo>
                <a:lnTo>
                  <a:pt x="36293"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0" name="Google Shape;60;p13"/>
          <p:cNvSpPr/>
          <p:nvPr/>
        </p:nvSpPr>
        <p:spPr>
          <a:xfrm>
            <a:off x="5782472" y="1881888"/>
            <a:ext cx="1054322" cy="814417"/>
          </a:xfrm>
          <a:custGeom>
            <a:avLst/>
            <a:gdLst/>
            <a:ahLst/>
            <a:cxnLst/>
            <a:rect l="l" t="t" r="r" b="b"/>
            <a:pathLst>
              <a:path w="18915" h="14611" extrusionOk="0">
                <a:moveTo>
                  <a:pt x="1" y="0"/>
                </a:moveTo>
                <a:lnTo>
                  <a:pt x="1" y="14611"/>
                </a:lnTo>
                <a:lnTo>
                  <a:pt x="18914" y="14611"/>
                </a:lnTo>
                <a:lnTo>
                  <a:pt x="1891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1" name="Google Shape;61;p13"/>
          <p:cNvSpPr/>
          <p:nvPr/>
        </p:nvSpPr>
        <p:spPr>
          <a:xfrm>
            <a:off x="5828961" y="1928377"/>
            <a:ext cx="961348" cy="721443"/>
          </a:xfrm>
          <a:custGeom>
            <a:avLst/>
            <a:gdLst/>
            <a:ahLst/>
            <a:cxnLst/>
            <a:rect l="l" t="t" r="r" b="b"/>
            <a:pathLst>
              <a:path w="17247" h="12943" extrusionOk="0">
                <a:moveTo>
                  <a:pt x="1" y="0"/>
                </a:moveTo>
                <a:lnTo>
                  <a:pt x="1" y="12943"/>
                </a:lnTo>
                <a:lnTo>
                  <a:pt x="17246" y="12943"/>
                </a:lnTo>
                <a:lnTo>
                  <a:pt x="17246"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2" name="Google Shape;62;p13"/>
          <p:cNvSpPr/>
          <p:nvPr/>
        </p:nvSpPr>
        <p:spPr>
          <a:xfrm>
            <a:off x="5875450" y="1976705"/>
            <a:ext cx="868373" cy="626685"/>
          </a:xfrm>
          <a:custGeom>
            <a:avLst/>
            <a:gdLst/>
            <a:ahLst/>
            <a:cxnLst/>
            <a:rect l="l" t="t" r="r" b="b"/>
            <a:pathLst>
              <a:path w="15579" h="11243" extrusionOk="0">
                <a:moveTo>
                  <a:pt x="1" y="1"/>
                </a:moveTo>
                <a:lnTo>
                  <a:pt x="1" y="11242"/>
                </a:lnTo>
                <a:lnTo>
                  <a:pt x="15579" y="11242"/>
                </a:lnTo>
                <a:lnTo>
                  <a:pt x="1557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3" name="Google Shape;63;p13"/>
          <p:cNvSpPr/>
          <p:nvPr/>
        </p:nvSpPr>
        <p:spPr>
          <a:xfrm>
            <a:off x="5847579" y="2289084"/>
            <a:ext cx="924113" cy="56"/>
          </a:xfrm>
          <a:custGeom>
            <a:avLst/>
            <a:gdLst/>
            <a:ahLst/>
            <a:cxnLst/>
            <a:rect l="l" t="t" r="r" b="b"/>
            <a:pathLst>
              <a:path w="16579" h="1" fill="none" extrusionOk="0">
                <a:moveTo>
                  <a:pt x="16579" y="1"/>
                </a:moveTo>
                <a:lnTo>
                  <a:pt x="0" y="1"/>
                </a:lnTo>
              </a:path>
            </a:pathLst>
          </a:custGeom>
          <a:noFill/>
          <a:ln w="10850"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4" name="Google Shape;64;p13"/>
          <p:cNvSpPr/>
          <p:nvPr/>
        </p:nvSpPr>
        <p:spPr>
          <a:xfrm>
            <a:off x="6068820" y="1900506"/>
            <a:ext cx="56" cy="736325"/>
          </a:xfrm>
          <a:custGeom>
            <a:avLst/>
            <a:gdLst/>
            <a:ahLst/>
            <a:cxnLst/>
            <a:rect l="l" t="t" r="r" b="b"/>
            <a:pathLst>
              <a:path w="1" h="13210" fill="none" extrusionOk="0">
                <a:moveTo>
                  <a:pt x="1" y="13210"/>
                </a:moveTo>
                <a:lnTo>
                  <a:pt x="1" y="0"/>
                </a:lnTo>
              </a:path>
            </a:pathLst>
          </a:custGeom>
          <a:noFill/>
          <a:ln w="10850"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65;p13"/>
          <p:cNvSpPr/>
          <p:nvPr/>
        </p:nvSpPr>
        <p:spPr>
          <a:xfrm>
            <a:off x="6550435" y="1900506"/>
            <a:ext cx="56" cy="736325"/>
          </a:xfrm>
          <a:custGeom>
            <a:avLst/>
            <a:gdLst/>
            <a:ahLst/>
            <a:cxnLst/>
            <a:rect l="l" t="t" r="r" b="b"/>
            <a:pathLst>
              <a:path w="1" h="13210" fill="none" extrusionOk="0">
                <a:moveTo>
                  <a:pt x="0" y="13210"/>
                </a:moveTo>
                <a:lnTo>
                  <a:pt x="0" y="0"/>
                </a:lnTo>
              </a:path>
            </a:pathLst>
          </a:custGeom>
          <a:noFill/>
          <a:ln w="10850"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13"/>
          <p:cNvSpPr/>
          <p:nvPr/>
        </p:nvSpPr>
        <p:spPr>
          <a:xfrm>
            <a:off x="6308680" y="1900506"/>
            <a:ext cx="56" cy="736325"/>
          </a:xfrm>
          <a:custGeom>
            <a:avLst/>
            <a:gdLst/>
            <a:ahLst/>
            <a:cxnLst/>
            <a:rect l="l" t="t" r="r" b="b"/>
            <a:pathLst>
              <a:path w="1" h="13210" fill="none" extrusionOk="0">
                <a:moveTo>
                  <a:pt x="1" y="13210"/>
                </a:moveTo>
                <a:lnTo>
                  <a:pt x="1" y="0"/>
                </a:lnTo>
              </a:path>
            </a:pathLst>
          </a:custGeom>
          <a:noFill/>
          <a:ln w="10850" cap="flat" cmpd="sng">
            <a:solidFill>
              <a:srgbClr val="FFFFFF"/>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7" name="Google Shape;67;p13"/>
          <p:cNvSpPr/>
          <p:nvPr/>
        </p:nvSpPr>
        <p:spPr>
          <a:xfrm>
            <a:off x="5617028" y="2649848"/>
            <a:ext cx="2022972" cy="195257"/>
          </a:xfrm>
          <a:custGeom>
            <a:avLst/>
            <a:gdLst/>
            <a:ahLst/>
            <a:cxnLst/>
            <a:rect l="l" t="t" r="r" b="b"/>
            <a:pathLst>
              <a:path w="36293" h="3503" extrusionOk="0">
                <a:moveTo>
                  <a:pt x="0" y="0"/>
                </a:moveTo>
                <a:lnTo>
                  <a:pt x="0" y="3503"/>
                </a:lnTo>
                <a:lnTo>
                  <a:pt x="36293" y="3503"/>
                </a:lnTo>
                <a:lnTo>
                  <a:pt x="3629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8" name="Google Shape;68;p13"/>
          <p:cNvSpPr/>
          <p:nvPr/>
        </p:nvSpPr>
        <p:spPr>
          <a:xfrm>
            <a:off x="6899995" y="1788910"/>
            <a:ext cx="548537" cy="1056162"/>
          </a:xfrm>
          <a:custGeom>
            <a:avLst/>
            <a:gdLst/>
            <a:ahLst/>
            <a:cxnLst/>
            <a:rect l="l" t="t" r="r" b="b"/>
            <a:pathLst>
              <a:path w="9841" h="18948" extrusionOk="0">
                <a:moveTo>
                  <a:pt x="1" y="1"/>
                </a:moveTo>
                <a:lnTo>
                  <a:pt x="1" y="18948"/>
                </a:lnTo>
                <a:lnTo>
                  <a:pt x="9841" y="18948"/>
                </a:lnTo>
                <a:lnTo>
                  <a:pt x="9841"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9" name="Google Shape;69;p13"/>
          <p:cNvSpPr/>
          <p:nvPr/>
        </p:nvSpPr>
        <p:spPr>
          <a:xfrm>
            <a:off x="6950219" y="1770348"/>
            <a:ext cx="448150" cy="1076562"/>
          </a:xfrm>
          <a:custGeom>
            <a:avLst/>
            <a:gdLst/>
            <a:ahLst/>
            <a:cxnLst/>
            <a:rect l="l" t="t" r="r" b="b"/>
            <a:pathLst>
              <a:path w="8040" h="19314" extrusionOk="0">
                <a:moveTo>
                  <a:pt x="0" y="0"/>
                </a:moveTo>
                <a:lnTo>
                  <a:pt x="0" y="19314"/>
                </a:lnTo>
                <a:lnTo>
                  <a:pt x="8039" y="19314"/>
                </a:lnTo>
                <a:lnTo>
                  <a:pt x="8039"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0" name="Google Shape;70;p13"/>
          <p:cNvSpPr/>
          <p:nvPr/>
        </p:nvSpPr>
        <p:spPr>
          <a:xfrm>
            <a:off x="6996708" y="1816781"/>
            <a:ext cx="355175" cy="981804"/>
          </a:xfrm>
          <a:custGeom>
            <a:avLst/>
            <a:gdLst/>
            <a:ahLst/>
            <a:cxnLst/>
            <a:rect l="l" t="t" r="r" b="b"/>
            <a:pathLst>
              <a:path w="6372" h="17614" extrusionOk="0">
                <a:moveTo>
                  <a:pt x="0" y="1"/>
                </a:moveTo>
                <a:lnTo>
                  <a:pt x="0" y="17614"/>
                </a:lnTo>
                <a:lnTo>
                  <a:pt x="6371" y="17614"/>
                </a:lnTo>
                <a:lnTo>
                  <a:pt x="637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1" name="Google Shape;71;p13"/>
          <p:cNvSpPr/>
          <p:nvPr/>
        </p:nvSpPr>
        <p:spPr>
          <a:xfrm>
            <a:off x="5617028" y="2103128"/>
            <a:ext cx="2026706" cy="148826"/>
          </a:xfrm>
          <a:custGeom>
            <a:avLst/>
            <a:gdLst/>
            <a:ahLst/>
            <a:cxnLst/>
            <a:rect l="l" t="t" r="r" b="b"/>
            <a:pathLst>
              <a:path w="36360" h="2670" extrusionOk="0">
                <a:moveTo>
                  <a:pt x="0" y="1"/>
                </a:moveTo>
                <a:lnTo>
                  <a:pt x="0" y="2303"/>
                </a:lnTo>
                <a:cubicBezTo>
                  <a:pt x="267" y="2536"/>
                  <a:pt x="567" y="2670"/>
                  <a:pt x="934" y="2670"/>
                </a:cubicBezTo>
                <a:cubicBezTo>
                  <a:pt x="1735" y="2670"/>
                  <a:pt x="2368" y="2036"/>
                  <a:pt x="2368" y="1235"/>
                </a:cubicBezTo>
                <a:cubicBezTo>
                  <a:pt x="2368" y="2036"/>
                  <a:pt x="3036" y="2670"/>
                  <a:pt x="3803" y="2670"/>
                </a:cubicBezTo>
                <a:cubicBezTo>
                  <a:pt x="4603" y="2670"/>
                  <a:pt x="5271" y="2036"/>
                  <a:pt x="5271" y="1235"/>
                </a:cubicBezTo>
                <a:cubicBezTo>
                  <a:pt x="5271" y="2036"/>
                  <a:pt x="5904" y="2670"/>
                  <a:pt x="6705" y="2670"/>
                </a:cubicBezTo>
                <a:cubicBezTo>
                  <a:pt x="7472" y="2670"/>
                  <a:pt x="8139" y="2036"/>
                  <a:pt x="8139" y="1235"/>
                </a:cubicBezTo>
                <a:cubicBezTo>
                  <a:pt x="8139" y="2036"/>
                  <a:pt x="8773" y="2670"/>
                  <a:pt x="9574" y="2670"/>
                </a:cubicBezTo>
                <a:cubicBezTo>
                  <a:pt x="10374" y="2670"/>
                  <a:pt x="11008" y="2036"/>
                  <a:pt x="11008" y="1235"/>
                </a:cubicBezTo>
                <a:cubicBezTo>
                  <a:pt x="11008" y="2036"/>
                  <a:pt x="11642" y="2670"/>
                  <a:pt x="12442" y="2670"/>
                </a:cubicBezTo>
                <a:cubicBezTo>
                  <a:pt x="13243" y="2670"/>
                  <a:pt x="13877" y="2036"/>
                  <a:pt x="13877" y="1235"/>
                </a:cubicBezTo>
                <a:cubicBezTo>
                  <a:pt x="13877" y="2036"/>
                  <a:pt x="14544" y="2670"/>
                  <a:pt x="15311" y="2670"/>
                </a:cubicBezTo>
                <a:cubicBezTo>
                  <a:pt x="16112" y="2670"/>
                  <a:pt x="16779" y="2036"/>
                  <a:pt x="16779" y="1235"/>
                </a:cubicBezTo>
                <a:cubicBezTo>
                  <a:pt x="16779" y="2036"/>
                  <a:pt x="17413" y="2670"/>
                  <a:pt x="18213" y="2670"/>
                </a:cubicBezTo>
                <a:cubicBezTo>
                  <a:pt x="18980" y="2670"/>
                  <a:pt x="19647" y="2036"/>
                  <a:pt x="19647" y="1235"/>
                </a:cubicBezTo>
                <a:cubicBezTo>
                  <a:pt x="19647" y="2036"/>
                  <a:pt x="20281" y="2670"/>
                  <a:pt x="21082" y="2670"/>
                </a:cubicBezTo>
                <a:cubicBezTo>
                  <a:pt x="21882" y="2670"/>
                  <a:pt x="22516" y="2036"/>
                  <a:pt x="22516" y="1235"/>
                </a:cubicBezTo>
                <a:cubicBezTo>
                  <a:pt x="22516" y="2036"/>
                  <a:pt x="23150" y="2670"/>
                  <a:pt x="23951" y="2670"/>
                </a:cubicBezTo>
                <a:cubicBezTo>
                  <a:pt x="24751" y="2670"/>
                  <a:pt x="25385" y="2036"/>
                  <a:pt x="25385" y="1235"/>
                </a:cubicBezTo>
                <a:cubicBezTo>
                  <a:pt x="25385" y="2036"/>
                  <a:pt x="26052" y="2670"/>
                  <a:pt x="26819" y="2670"/>
                </a:cubicBezTo>
                <a:cubicBezTo>
                  <a:pt x="27620" y="2670"/>
                  <a:pt x="28254" y="2036"/>
                  <a:pt x="28254" y="1235"/>
                </a:cubicBezTo>
                <a:cubicBezTo>
                  <a:pt x="28254" y="2036"/>
                  <a:pt x="28921" y="2670"/>
                  <a:pt x="29721" y="2670"/>
                </a:cubicBezTo>
                <a:cubicBezTo>
                  <a:pt x="30489" y="2670"/>
                  <a:pt x="31156" y="2036"/>
                  <a:pt x="31156" y="1235"/>
                </a:cubicBezTo>
                <a:cubicBezTo>
                  <a:pt x="31156" y="2036"/>
                  <a:pt x="31789" y="2670"/>
                  <a:pt x="32590" y="2670"/>
                </a:cubicBezTo>
                <a:cubicBezTo>
                  <a:pt x="33391" y="2670"/>
                  <a:pt x="34024" y="2036"/>
                  <a:pt x="34024" y="1235"/>
                </a:cubicBezTo>
                <a:cubicBezTo>
                  <a:pt x="34024" y="2036"/>
                  <a:pt x="34658" y="2670"/>
                  <a:pt x="35459" y="2670"/>
                </a:cubicBezTo>
                <a:cubicBezTo>
                  <a:pt x="35792" y="2670"/>
                  <a:pt x="36093" y="2536"/>
                  <a:pt x="36359" y="2369"/>
                </a:cubicBezTo>
                <a:lnTo>
                  <a:pt x="3635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2" name="Google Shape;72;p13"/>
          <p:cNvSpPr/>
          <p:nvPr/>
        </p:nvSpPr>
        <p:spPr>
          <a:xfrm>
            <a:off x="6950219" y="2343043"/>
            <a:ext cx="448150" cy="92974"/>
          </a:xfrm>
          <a:custGeom>
            <a:avLst/>
            <a:gdLst/>
            <a:ahLst/>
            <a:cxnLst/>
            <a:rect l="l" t="t" r="r" b="b"/>
            <a:pathLst>
              <a:path w="8040" h="1668" extrusionOk="0">
                <a:moveTo>
                  <a:pt x="0" y="0"/>
                </a:moveTo>
                <a:lnTo>
                  <a:pt x="0" y="1668"/>
                </a:lnTo>
                <a:lnTo>
                  <a:pt x="8039" y="1668"/>
                </a:lnTo>
                <a:lnTo>
                  <a:pt x="8039"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13"/>
          <p:cNvSpPr/>
          <p:nvPr/>
        </p:nvSpPr>
        <p:spPr>
          <a:xfrm>
            <a:off x="6978090" y="2376488"/>
            <a:ext cx="115326" cy="20512"/>
          </a:xfrm>
          <a:custGeom>
            <a:avLst/>
            <a:gdLst/>
            <a:ahLst/>
            <a:cxnLst/>
            <a:rect l="l" t="t" r="r" b="b"/>
            <a:pathLst>
              <a:path w="2069" h="368" extrusionOk="0">
                <a:moveTo>
                  <a:pt x="201" y="0"/>
                </a:moveTo>
                <a:cubicBezTo>
                  <a:pt x="101" y="0"/>
                  <a:pt x="1" y="67"/>
                  <a:pt x="1" y="201"/>
                </a:cubicBezTo>
                <a:cubicBezTo>
                  <a:pt x="1" y="301"/>
                  <a:pt x="101" y="367"/>
                  <a:pt x="201" y="367"/>
                </a:cubicBezTo>
                <a:lnTo>
                  <a:pt x="1869" y="367"/>
                </a:lnTo>
                <a:cubicBezTo>
                  <a:pt x="1969" y="367"/>
                  <a:pt x="2069" y="301"/>
                  <a:pt x="2069" y="201"/>
                </a:cubicBezTo>
                <a:cubicBezTo>
                  <a:pt x="2069" y="67"/>
                  <a:pt x="1969" y="0"/>
                  <a:pt x="18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4" name="Google Shape;74;p13"/>
          <p:cNvSpPr/>
          <p:nvPr/>
        </p:nvSpPr>
        <p:spPr>
          <a:xfrm>
            <a:off x="5617028" y="1575083"/>
            <a:ext cx="2022972" cy="167387"/>
          </a:xfrm>
          <a:custGeom>
            <a:avLst/>
            <a:gdLst/>
            <a:ahLst/>
            <a:cxnLst/>
            <a:rect l="l" t="t" r="r" b="b"/>
            <a:pathLst>
              <a:path w="36293" h="3003" extrusionOk="0">
                <a:moveTo>
                  <a:pt x="0" y="1"/>
                </a:moveTo>
                <a:lnTo>
                  <a:pt x="0" y="3003"/>
                </a:lnTo>
                <a:lnTo>
                  <a:pt x="36293" y="3003"/>
                </a:lnTo>
                <a:lnTo>
                  <a:pt x="3629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5" name="Google Shape;75;p13"/>
          <p:cNvSpPr/>
          <p:nvPr/>
        </p:nvSpPr>
        <p:spPr>
          <a:xfrm>
            <a:off x="5561230" y="1504402"/>
            <a:ext cx="2134563" cy="197152"/>
          </a:xfrm>
          <a:custGeom>
            <a:avLst/>
            <a:gdLst/>
            <a:ahLst/>
            <a:cxnLst/>
            <a:rect l="l" t="t" r="r" b="b"/>
            <a:pathLst>
              <a:path w="38295" h="3537" extrusionOk="0">
                <a:moveTo>
                  <a:pt x="0" y="1"/>
                </a:moveTo>
                <a:lnTo>
                  <a:pt x="0" y="3537"/>
                </a:lnTo>
                <a:lnTo>
                  <a:pt x="38294" y="3537"/>
                </a:lnTo>
                <a:lnTo>
                  <a:pt x="3829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 name="Google Shape;76;p13"/>
          <p:cNvSpPr/>
          <p:nvPr/>
        </p:nvSpPr>
        <p:spPr>
          <a:xfrm>
            <a:off x="6052098" y="1242246"/>
            <a:ext cx="1156549" cy="360749"/>
          </a:xfrm>
          <a:custGeom>
            <a:avLst/>
            <a:gdLst/>
            <a:ahLst/>
            <a:cxnLst/>
            <a:rect l="l" t="t" r="r" b="b"/>
            <a:pathLst>
              <a:path w="20749" h="6472" extrusionOk="0">
                <a:moveTo>
                  <a:pt x="1" y="1"/>
                </a:moveTo>
                <a:lnTo>
                  <a:pt x="1" y="6472"/>
                </a:lnTo>
                <a:lnTo>
                  <a:pt x="20749" y="6472"/>
                </a:lnTo>
                <a:lnTo>
                  <a:pt x="20749"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7" name="Google Shape;77;p13"/>
          <p:cNvSpPr/>
          <p:nvPr/>
        </p:nvSpPr>
        <p:spPr>
          <a:xfrm>
            <a:off x="6037221" y="1231098"/>
            <a:ext cx="1180685" cy="383101"/>
          </a:xfrm>
          <a:custGeom>
            <a:avLst/>
            <a:gdLst/>
            <a:ahLst/>
            <a:cxnLst/>
            <a:rect l="l" t="t" r="r" b="b"/>
            <a:pathLst>
              <a:path w="21182" h="6873" extrusionOk="0">
                <a:moveTo>
                  <a:pt x="20782" y="401"/>
                </a:moveTo>
                <a:lnTo>
                  <a:pt x="20782" y="6472"/>
                </a:lnTo>
                <a:lnTo>
                  <a:pt x="434" y="6472"/>
                </a:lnTo>
                <a:lnTo>
                  <a:pt x="434" y="401"/>
                </a:lnTo>
                <a:close/>
                <a:moveTo>
                  <a:pt x="0" y="0"/>
                </a:moveTo>
                <a:lnTo>
                  <a:pt x="0" y="6872"/>
                </a:lnTo>
                <a:lnTo>
                  <a:pt x="21182" y="6872"/>
                </a:lnTo>
                <a:lnTo>
                  <a:pt x="2118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8" name="Google Shape;78;p13"/>
          <p:cNvSpPr/>
          <p:nvPr/>
        </p:nvSpPr>
        <p:spPr>
          <a:xfrm>
            <a:off x="5429232" y="1770348"/>
            <a:ext cx="2398548" cy="260362"/>
          </a:xfrm>
          <a:custGeom>
            <a:avLst/>
            <a:gdLst/>
            <a:ahLst/>
            <a:cxnLst/>
            <a:rect l="l" t="t" r="r" b="b"/>
            <a:pathLst>
              <a:path w="43031" h="4671" extrusionOk="0">
                <a:moveTo>
                  <a:pt x="6104" y="0"/>
                </a:moveTo>
                <a:lnTo>
                  <a:pt x="0" y="4670"/>
                </a:lnTo>
                <a:lnTo>
                  <a:pt x="43031" y="4670"/>
                </a:lnTo>
                <a:lnTo>
                  <a:pt x="36926"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9" name="Google Shape;79;p13"/>
          <p:cNvSpPr/>
          <p:nvPr/>
        </p:nvSpPr>
        <p:spPr>
          <a:xfrm>
            <a:off x="7372301" y="1770348"/>
            <a:ext cx="455563" cy="260362"/>
          </a:xfrm>
          <a:custGeom>
            <a:avLst/>
            <a:gdLst/>
            <a:ahLst/>
            <a:cxnLst/>
            <a:rect l="l" t="t" r="r" b="b"/>
            <a:pathLst>
              <a:path w="8173" h="4671" extrusionOk="0">
                <a:moveTo>
                  <a:pt x="0" y="0"/>
                </a:moveTo>
                <a:lnTo>
                  <a:pt x="5304" y="4670"/>
                </a:lnTo>
                <a:lnTo>
                  <a:pt x="8173" y="4670"/>
                </a:lnTo>
                <a:lnTo>
                  <a:pt x="206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0" name="Google Shape;80;p13"/>
          <p:cNvSpPr/>
          <p:nvPr/>
        </p:nvSpPr>
        <p:spPr>
          <a:xfrm>
            <a:off x="7143590" y="1770348"/>
            <a:ext cx="364484" cy="260362"/>
          </a:xfrm>
          <a:custGeom>
            <a:avLst/>
            <a:gdLst/>
            <a:ahLst/>
            <a:cxnLst/>
            <a:rect l="l" t="t" r="r" b="b"/>
            <a:pathLst>
              <a:path w="6539" h="4671" extrusionOk="0">
                <a:moveTo>
                  <a:pt x="0" y="0"/>
                </a:moveTo>
                <a:lnTo>
                  <a:pt x="3670" y="4670"/>
                </a:lnTo>
                <a:lnTo>
                  <a:pt x="6538" y="4670"/>
                </a:lnTo>
                <a:lnTo>
                  <a:pt x="203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1" name="Google Shape;81;p13"/>
          <p:cNvSpPr/>
          <p:nvPr/>
        </p:nvSpPr>
        <p:spPr>
          <a:xfrm>
            <a:off x="6914879" y="1770348"/>
            <a:ext cx="273349" cy="260362"/>
          </a:xfrm>
          <a:custGeom>
            <a:avLst/>
            <a:gdLst/>
            <a:ahLst/>
            <a:cxnLst/>
            <a:rect l="l" t="t" r="r" b="b"/>
            <a:pathLst>
              <a:path w="4904" h="4671" extrusionOk="0">
                <a:moveTo>
                  <a:pt x="0" y="0"/>
                </a:moveTo>
                <a:lnTo>
                  <a:pt x="2035" y="4670"/>
                </a:lnTo>
                <a:lnTo>
                  <a:pt x="4904" y="4670"/>
                </a:lnTo>
                <a:lnTo>
                  <a:pt x="203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2" name="Google Shape;82;p13"/>
          <p:cNvSpPr/>
          <p:nvPr/>
        </p:nvSpPr>
        <p:spPr>
          <a:xfrm>
            <a:off x="6686168" y="1770348"/>
            <a:ext cx="182270" cy="260362"/>
          </a:xfrm>
          <a:custGeom>
            <a:avLst/>
            <a:gdLst/>
            <a:ahLst/>
            <a:cxnLst/>
            <a:rect l="l" t="t" r="r" b="b"/>
            <a:pathLst>
              <a:path w="3270" h="4671" extrusionOk="0">
                <a:moveTo>
                  <a:pt x="0" y="0"/>
                </a:moveTo>
                <a:lnTo>
                  <a:pt x="401" y="4670"/>
                </a:lnTo>
                <a:lnTo>
                  <a:pt x="3269" y="4670"/>
                </a:lnTo>
                <a:lnTo>
                  <a:pt x="203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3" name="Google Shape;83;p13"/>
          <p:cNvSpPr/>
          <p:nvPr/>
        </p:nvSpPr>
        <p:spPr>
          <a:xfrm>
            <a:off x="6388670" y="1770348"/>
            <a:ext cx="182270" cy="260362"/>
          </a:xfrm>
          <a:custGeom>
            <a:avLst/>
            <a:gdLst/>
            <a:ahLst/>
            <a:cxnLst/>
            <a:rect l="l" t="t" r="r" b="b"/>
            <a:pathLst>
              <a:path w="3270" h="4671" extrusionOk="0">
                <a:moveTo>
                  <a:pt x="1235" y="0"/>
                </a:moveTo>
                <a:lnTo>
                  <a:pt x="0" y="4670"/>
                </a:lnTo>
                <a:lnTo>
                  <a:pt x="2869" y="4670"/>
                </a:lnTo>
                <a:lnTo>
                  <a:pt x="3269"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4" name="Google Shape;84;p13"/>
          <p:cNvSpPr/>
          <p:nvPr/>
        </p:nvSpPr>
        <p:spPr>
          <a:xfrm>
            <a:off x="6068820" y="1770348"/>
            <a:ext cx="273405" cy="260362"/>
          </a:xfrm>
          <a:custGeom>
            <a:avLst/>
            <a:gdLst/>
            <a:ahLst/>
            <a:cxnLst/>
            <a:rect l="l" t="t" r="r" b="b"/>
            <a:pathLst>
              <a:path w="4905" h="4671" extrusionOk="0">
                <a:moveTo>
                  <a:pt x="2870" y="0"/>
                </a:moveTo>
                <a:lnTo>
                  <a:pt x="1" y="4670"/>
                </a:lnTo>
                <a:lnTo>
                  <a:pt x="2870" y="4670"/>
                </a:lnTo>
                <a:lnTo>
                  <a:pt x="4904"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5" name="Google Shape;85;p13"/>
          <p:cNvSpPr/>
          <p:nvPr/>
        </p:nvSpPr>
        <p:spPr>
          <a:xfrm>
            <a:off x="5749026" y="1770348"/>
            <a:ext cx="364484" cy="260362"/>
          </a:xfrm>
          <a:custGeom>
            <a:avLst/>
            <a:gdLst/>
            <a:ahLst/>
            <a:cxnLst/>
            <a:rect l="l" t="t" r="r" b="b"/>
            <a:pathLst>
              <a:path w="6539" h="4671" extrusionOk="0">
                <a:moveTo>
                  <a:pt x="4470" y="0"/>
                </a:moveTo>
                <a:lnTo>
                  <a:pt x="0" y="4670"/>
                </a:lnTo>
                <a:lnTo>
                  <a:pt x="2869" y="4670"/>
                </a:lnTo>
                <a:lnTo>
                  <a:pt x="653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6" name="Google Shape;86;p13"/>
          <p:cNvSpPr/>
          <p:nvPr/>
        </p:nvSpPr>
        <p:spPr>
          <a:xfrm>
            <a:off x="5429232" y="1770348"/>
            <a:ext cx="455563" cy="260362"/>
          </a:xfrm>
          <a:custGeom>
            <a:avLst/>
            <a:gdLst/>
            <a:ahLst/>
            <a:cxnLst/>
            <a:rect l="l" t="t" r="r" b="b"/>
            <a:pathLst>
              <a:path w="8173" h="4671" extrusionOk="0">
                <a:moveTo>
                  <a:pt x="6104" y="0"/>
                </a:moveTo>
                <a:lnTo>
                  <a:pt x="0" y="4670"/>
                </a:lnTo>
                <a:lnTo>
                  <a:pt x="2869" y="4670"/>
                </a:lnTo>
                <a:lnTo>
                  <a:pt x="8173"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7" name="Google Shape;87;p13"/>
          <p:cNvSpPr/>
          <p:nvPr/>
        </p:nvSpPr>
        <p:spPr>
          <a:xfrm>
            <a:off x="5427337" y="2030664"/>
            <a:ext cx="161813" cy="146931"/>
          </a:xfrm>
          <a:custGeom>
            <a:avLst/>
            <a:gdLst/>
            <a:ahLst/>
            <a:cxnLst/>
            <a:rect l="l" t="t" r="r" b="b"/>
            <a:pathLst>
              <a:path w="2903" h="2636" extrusionOk="0">
                <a:moveTo>
                  <a:pt x="1" y="0"/>
                </a:moveTo>
                <a:lnTo>
                  <a:pt x="1" y="1201"/>
                </a:lnTo>
                <a:cubicBezTo>
                  <a:pt x="1" y="2001"/>
                  <a:pt x="668" y="2635"/>
                  <a:pt x="1468" y="2635"/>
                </a:cubicBezTo>
                <a:cubicBezTo>
                  <a:pt x="2236" y="2635"/>
                  <a:pt x="2903" y="2001"/>
                  <a:pt x="2903" y="1201"/>
                </a:cubicBezTo>
                <a:lnTo>
                  <a:pt x="2903" y="0"/>
                </a:lnTo>
                <a:close/>
              </a:path>
            </a:pathLst>
          </a:custGeom>
          <a:solidFill>
            <a:srgbClr val="A562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8" name="Google Shape;88;p13"/>
          <p:cNvSpPr/>
          <p:nvPr/>
        </p:nvSpPr>
        <p:spPr>
          <a:xfrm>
            <a:off x="5589101" y="2030664"/>
            <a:ext cx="159974" cy="146931"/>
          </a:xfrm>
          <a:custGeom>
            <a:avLst/>
            <a:gdLst/>
            <a:ahLst/>
            <a:cxnLst/>
            <a:rect l="l" t="t" r="r" b="b"/>
            <a:pathLst>
              <a:path w="2870" h="2636" extrusionOk="0">
                <a:moveTo>
                  <a:pt x="1" y="0"/>
                </a:moveTo>
                <a:lnTo>
                  <a:pt x="1" y="1201"/>
                </a:lnTo>
                <a:cubicBezTo>
                  <a:pt x="1" y="2001"/>
                  <a:pt x="635" y="2635"/>
                  <a:pt x="1435" y="2635"/>
                </a:cubicBezTo>
                <a:cubicBezTo>
                  <a:pt x="2236" y="2635"/>
                  <a:pt x="2869" y="2001"/>
                  <a:pt x="2869" y="1201"/>
                </a:cubicBezTo>
                <a:lnTo>
                  <a:pt x="286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89" name="Google Shape;89;p13"/>
          <p:cNvSpPr/>
          <p:nvPr/>
        </p:nvSpPr>
        <p:spPr>
          <a:xfrm>
            <a:off x="5749026" y="2030664"/>
            <a:ext cx="159974" cy="146931"/>
          </a:xfrm>
          <a:custGeom>
            <a:avLst/>
            <a:gdLst/>
            <a:ahLst/>
            <a:cxnLst/>
            <a:rect l="l" t="t" r="r" b="b"/>
            <a:pathLst>
              <a:path w="2870" h="2636" extrusionOk="0">
                <a:moveTo>
                  <a:pt x="0" y="0"/>
                </a:moveTo>
                <a:lnTo>
                  <a:pt x="0" y="1201"/>
                </a:lnTo>
                <a:cubicBezTo>
                  <a:pt x="0" y="2001"/>
                  <a:pt x="634" y="2635"/>
                  <a:pt x="1435" y="2635"/>
                </a:cubicBezTo>
                <a:cubicBezTo>
                  <a:pt x="2235" y="2635"/>
                  <a:pt x="2869" y="2001"/>
                  <a:pt x="2869" y="1201"/>
                </a:cubicBezTo>
                <a:lnTo>
                  <a:pt x="2869" y="0"/>
                </a:lnTo>
                <a:close/>
              </a:path>
            </a:pathLst>
          </a:custGeom>
          <a:solidFill>
            <a:srgbClr val="A562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 name="Google Shape;90;p13"/>
          <p:cNvSpPr/>
          <p:nvPr/>
        </p:nvSpPr>
        <p:spPr>
          <a:xfrm>
            <a:off x="5908951" y="2030664"/>
            <a:ext cx="159918" cy="146931"/>
          </a:xfrm>
          <a:custGeom>
            <a:avLst/>
            <a:gdLst/>
            <a:ahLst/>
            <a:cxnLst/>
            <a:rect l="l" t="t" r="r" b="b"/>
            <a:pathLst>
              <a:path w="2869" h="2636" extrusionOk="0">
                <a:moveTo>
                  <a:pt x="0" y="0"/>
                </a:moveTo>
                <a:lnTo>
                  <a:pt x="0" y="1201"/>
                </a:lnTo>
                <a:cubicBezTo>
                  <a:pt x="0" y="2001"/>
                  <a:pt x="634" y="2635"/>
                  <a:pt x="1435" y="2635"/>
                </a:cubicBezTo>
                <a:cubicBezTo>
                  <a:pt x="2235" y="2635"/>
                  <a:pt x="2869" y="2001"/>
                  <a:pt x="2869" y="1201"/>
                </a:cubicBezTo>
                <a:lnTo>
                  <a:pt x="286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1" name="Google Shape;91;p13"/>
          <p:cNvSpPr/>
          <p:nvPr/>
        </p:nvSpPr>
        <p:spPr>
          <a:xfrm>
            <a:off x="6068820" y="2030664"/>
            <a:ext cx="159974" cy="146931"/>
          </a:xfrm>
          <a:custGeom>
            <a:avLst/>
            <a:gdLst/>
            <a:ahLst/>
            <a:cxnLst/>
            <a:rect l="l" t="t" r="r" b="b"/>
            <a:pathLst>
              <a:path w="2870" h="2636" extrusionOk="0">
                <a:moveTo>
                  <a:pt x="1" y="0"/>
                </a:moveTo>
                <a:lnTo>
                  <a:pt x="1" y="1201"/>
                </a:lnTo>
                <a:cubicBezTo>
                  <a:pt x="1" y="2001"/>
                  <a:pt x="668" y="2635"/>
                  <a:pt x="1435" y="2635"/>
                </a:cubicBezTo>
                <a:cubicBezTo>
                  <a:pt x="2236" y="2635"/>
                  <a:pt x="2870" y="2001"/>
                  <a:pt x="2870" y="1201"/>
                </a:cubicBezTo>
                <a:lnTo>
                  <a:pt x="2870" y="0"/>
                </a:lnTo>
                <a:close/>
              </a:path>
            </a:pathLst>
          </a:custGeom>
          <a:solidFill>
            <a:srgbClr val="A562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2" name="Google Shape;92;p13"/>
          <p:cNvSpPr/>
          <p:nvPr/>
        </p:nvSpPr>
        <p:spPr>
          <a:xfrm>
            <a:off x="6228745" y="2030664"/>
            <a:ext cx="161813" cy="146931"/>
          </a:xfrm>
          <a:custGeom>
            <a:avLst/>
            <a:gdLst/>
            <a:ahLst/>
            <a:cxnLst/>
            <a:rect l="l" t="t" r="r" b="b"/>
            <a:pathLst>
              <a:path w="2903" h="2636" extrusionOk="0">
                <a:moveTo>
                  <a:pt x="1" y="0"/>
                </a:moveTo>
                <a:lnTo>
                  <a:pt x="1" y="1201"/>
                </a:lnTo>
                <a:cubicBezTo>
                  <a:pt x="1" y="2001"/>
                  <a:pt x="668" y="2635"/>
                  <a:pt x="1435" y="2635"/>
                </a:cubicBezTo>
                <a:cubicBezTo>
                  <a:pt x="2236" y="2635"/>
                  <a:pt x="2903" y="2001"/>
                  <a:pt x="2903" y="1201"/>
                </a:cubicBezTo>
                <a:lnTo>
                  <a:pt x="2869" y="1201"/>
                </a:lnTo>
                <a:lnTo>
                  <a:pt x="286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3" name="Google Shape;93;p13"/>
          <p:cNvSpPr/>
          <p:nvPr/>
        </p:nvSpPr>
        <p:spPr>
          <a:xfrm>
            <a:off x="6388670" y="2030664"/>
            <a:ext cx="161813" cy="146931"/>
          </a:xfrm>
          <a:custGeom>
            <a:avLst/>
            <a:gdLst/>
            <a:ahLst/>
            <a:cxnLst/>
            <a:rect l="l" t="t" r="r" b="b"/>
            <a:pathLst>
              <a:path w="2903" h="2636" extrusionOk="0">
                <a:moveTo>
                  <a:pt x="0" y="0"/>
                </a:moveTo>
                <a:lnTo>
                  <a:pt x="0" y="1201"/>
                </a:lnTo>
                <a:cubicBezTo>
                  <a:pt x="0" y="2001"/>
                  <a:pt x="667" y="2635"/>
                  <a:pt x="1468" y="2635"/>
                </a:cubicBezTo>
                <a:cubicBezTo>
                  <a:pt x="2235" y="2635"/>
                  <a:pt x="2902" y="2001"/>
                  <a:pt x="2902" y="1201"/>
                </a:cubicBezTo>
                <a:lnTo>
                  <a:pt x="2902" y="0"/>
                </a:lnTo>
                <a:close/>
              </a:path>
            </a:pathLst>
          </a:custGeom>
          <a:solidFill>
            <a:srgbClr val="A562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4" name="Google Shape;94;p13"/>
          <p:cNvSpPr/>
          <p:nvPr/>
        </p:nvSpPr>
        <p:spPr>
          <a:xfrm>
            <a:off x="6550435" y="2030664"/>
            <a:ext cx="159974" cy="146931"/>
          </a:xfrm>
          <a:custGeom>
            <a:avLst/>
            <a:gdLst/>
            <a:ahLst/>
            <a:cxnLst/>
            <a:rect l="l" t="t" r="r" b="b"/>
            <a:pathLst>
              <a:path w="2870" h="2636" extrusionOk="0">
                <a:moveTo>
                  <a:pt x="0" y="0"/>
                </a:moveTo>
                <a:lnTo>
                  <a:pt x="0" y="1201"/>
                </a:lnTo>
                <a:cubicBezTo>
                  <a:pt x="0" y="2001"/>
                  <a:pt x="634" y="2635"/>
                  <a:pt x="1435" y="2635"/>
                </a:cubicBezTo>
                <a:cubicBezTo>
                  <a:pt x="2235" y="2635"/>
                  <a:pt x="2869" y="2001"/>
                  <a:pt x="2869" y="1201"/>
                </a:cubicBezTo>
                <a:lnTo>
                  <a:pt x="286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5" name="Google Shape;95;p13"/>
          <p:cNvSpPr/>
          <p:nvPr/>
        </p:nvSpPr>
        <p:spPr>
          <a:xfrm>
            <a:off x="6710360" y="2030664"/>
            <a:ext cx="159918" cy="146931"/>
          </a:xfrm>
          <a:custGeom>
            <a:avLst/>
            <a:gdLst/>
            <a:ahLst/>
            <a:cxnLst/>
            <a:rect l="l" t="t" r="r" b="b"/>
            <a:pathLst>
              <a:path w="2869" h="2636" extrusionOk="0">
                <a:moveTo>
                  <a:pt x="0" y="0"/>
                </a:moveTo>
                <a:lnTo>
                  <a:pt x="0" y="1201"/>
                </a:lnTo>
                <a:cubicBezTo>
                  <a:pt x="0" y="2001"/>
                  <a:pt x="634" y="2635"/>
                  <a:pt x="1434" y="2635"/>
                </a:cubicBezTo>
                <a:cubicBezTo>
                  <a:pt x="2235" y="2635"/>
                  <a:pt x="2869" y="2001"/>
                  <a:pt x="2869" y="1201"/>
                </a:cubicBezTo>
                <a:lnTo>
                  <a:pt x="2869" y="0"/>
                </a:lnTo>
                <a:close/>
              </a:path>
            </a:pathLst>
          </a:custGeom>
          <a:solidFill>
            <a:srgbClr val="A562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6" name="Google Shape;96;p13"/>
          <p:cNvSpPr/>
          <p:nvPr/>
        </p:nvSpPr>
        <p:spPr>
          <a:xfrm>
            <a:off x="6870229" y="2030664"/>
            <a:ext cx="159974" cy="146931"/>
          </a:xfrm>
          <a:custGeom>
            <a:avLst/>
            <a:gdLst/>
            <a:ahLst/>
            <a:cxnLst/>
            <a:rect l="l" t="t" r="r" b="b"/>
            <a:pathLst>
              <a:path w="2870" h="2636" extrusionOk="0">
                <a:moveTo>
                  <a:pt x="1" y="0"/>
                </a:moveTo>
                <a:lnTo>
                  <a:pt x="1" y="1201"/>
                </a:lnTo>
                <a:cubicBezTo>
                  <a:pt x="1" y="2001"/>
                  <a:pt x="635" y="2635"/>
                  <a:pt x="1435" y="2635"/>
                </a:cubicBezTo>
                <a:cubicBezTo>
                  <a:pt x="2236" y="2635"/>
                  <a:pt x="2870" y="2001"/>
                  <a:pt x="2870" y="1201"/>
                </a:cubicBezTo>
                <a:lnTo>
                  <a:pt x="2870"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7" name="Google Shape;97;p13"/>
          <p:cNvSpPr/>
          <p:nvPr/>
        </p:nvSpPr>
        <p:spPr>
          <a:xfrm>
            <a:off x="7030154" y="2030664"/>
            <a:ext cx="159974" cy="146931"/>
          </a:xfrm>
          <a:custGeom>
            <a:avLst/>
            <a:gdLst/>
            <a:ahLst/>
            <a:cxnLst/>
            <a:rect l="l" t="t" r="r" b="b"/>
            <a:pathLst>
              <a:path w="2870" h="2636" extrusionOk="0">
                <a:moveTo>
                  <a:pt x="1" y="0"/>
                </a:moveTo>
                <a:lnTo>
                  <a:pt x="1" y="1201"/>
                </a:lnTo>
                <a:cubicBezTo>
                  <a:pt x="1" y="2001"/>
                  <a:pt x="634" y="2635"/>
                  <a:pt x="1435" y="2635"/>
                </a:cubicBezTo>
                <a:cubicBezTo>
                  <a:pt x="2235" y="2635"/>
                  <a:pt x="2869" y="2001"/>
                  <a:pt x="2869" y="1201"/>
                </a:cubicBezTo>
                <a:lnTo>
                  <a:pt x="2869" y="0"/>
                </a:lnTo>
                <a:close/>
              </a:path>
            </a:pathLst>
          </a:custGeom>
          <a:solidFill>
            <a:srgbClr val="A562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8" name="Google Shape;98;p13"/>
          <p:cNvSpPr/>
          <p:nvPr/>
        </p:nvSpPr>
        <p:spPr>
          <a:xfrm>
            <a:off x="7190079" y="2030664"/>
            <a:ext cx="161813" cy="146931"/>
          </a:xfrm>
          <a:custGeom>
            <a:avLst/>
            <a:gdLst/>
            <a:ahLst/>
            <a:cxnLst/>
            <a:rect l="l" t="t" r="r" b="b"/>
            <a:pathLst>
              <a:path w="2903" h="2636" extrusionOk="0">
                <a:moveTo>
                  <a:pt x="0" y="0"/>
                </a:moveTo>
                <a:lnTo>
                  <a:pt x="0" y="1201"/>
                </a:lnTo>
                <a:cubicBezTo>
                  <a:pt x="0" y="2001"/>
                  <a:pt x="667" y="2635"/>
                  <a:pt x="1435" y="2635"/>
                </a:cubicBezTo>
                <a:cubicBezTo>
                  <a:pt x="2235" y="2635"/>
                  <a:pt x="2902" y="2001"/>
                  <a:pt x="2902" y="1201"/>
                </a:cubicBezTo>
                <a:lnTo>
                  <a:pt x="2869" y="1201"/>
                </a:lnTo>
                <a:lnTo>
                  <a:pt x="286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9" name="Google Shape;99;p13"/>
          <p:cNvSpPr/>
          <p:nvPr/>
        </p:nvSpPr>
        <p:spPr>
          <a:xfrm>
            <a:off x="7349948" y="2030664"/>
            <a:ext cx="161869" cy="146931"/>
          </a:xfrm>
          <a:custGeom>
            <a:avLst/>
            <a:gdLst/>
            <a:ahLst/>
            <a:cxnLst/>
            <a:rect l="l" t="t" r="r" b="b"/>
            <a:pathLst>
              <a:path w="2904" h="2636" extrusionOk="0">
                <a:moveTo>
                  <a:pt x="1" y="0"/>
                </a:moveTo>
                <a:lnTo>
                  <a:pt x="1" y="1201"/>
                </a:lnTo>
                <a:cubicBezTo>
                  <a:pt x="1" y="2001"/>
                  <a:pt x="668" y="2635"/>
                  <a:pt x="1469" y="2635"/>
                </a:cubicBezTo>
                <a:cubicBezTo>
                  <a:pt x="2236" y="2635"/>
                  <a:pt x="2903" y="2001"/>
                  <a:pt x="2903" y="1201"/>
                </a:cubicBezTo>
                <a:lnTo>
                  <a:pt x="2903" y="0"/>
                </a:lnTo>
                <a:close/>
              </a:path>
            </a:pathLst>
          </a:custGeom>
          <a:solidFill>
            <a:srgbClr val="A562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0" name="Google Shape;100;p13"/>
          <p:cNvSpPr/>
          <p:nvPr/>
        </p:nvSpPr>
        <p:spPr>
          <a:xfrm>
            <a:off x="7511768" y="2030664"/>
            <a:ext cx="159918" cy="146931"/>
          </a:xfrm>
          <a:custGeom>
            <a:avLst/>
            <a:gdLst/>
            <a:ahLst/>
            <a:cxnLst/>
            <a:rect l="l" t="t" r="r" b="b"/>
            <a:pathLst>
              <a:path w="2869" h="2636" extrusionOk="0">
                <a:moveTo>
                  <a:pt x="0" y="0"/>
                </a:moveTo>
                <a:lnTo>
                  <a:pt x="0" y="1201"/>
                </a:lnTo>
                <a:cubicBezTo>
                  <a:pt x="0" y="2001"/>
                  <a:pt x="634" y="2635"/>
                  <a:pt x="1434" y="2635"/>
                </a:cubicBezTo>
                <a:cubicBezTo>
                  <a:pt x="2202" y="2635"/>
                  <a:pt x="2869" y="2001"/>
                  <a:pt x="2869" y="1201"/>
                </a:cubicBezTo>
                <a:lnTo>
                  <a:pt x="286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1" name="Google Shape;101;p13"/>
          <p:cNvSpPr/>
          <p:nvPr/>
        </p:nvSpPr>
        <p:spPr>
          <a:xfrm>
            <a:off x="7671638" y="2030664"/>
            <a:ext cx="159974" cy="146931"/>
          </a:xfrm>
          <a:custGeom>
            <a:avLst/>
            <a:gdLst/>
            <a:ahLst/>
            <a:cxnLst/>
            <a:rect l="l" t="t" r="r" b="b"/>
            <a:pathLst>
              <a:path w="2870" h="2636" extrusionOk="0">
                <a:moveTo>
                  <a:pt x="1" y="0"/>
                </a:moveTo>
                <a:lnTo>
                  <a:pt x="1" y="1201"/>
                </a:lnTo>
                <a:cubicBezTo>
                  <a:pt x="1" y="2001"/>
                  <a:pt x="635" y="2635"/>
                  <a:pt x="1435" y="2635"/>
                </a:cubicBezTo>
                <a:cubicBezTo>
                  <a:pt x="2236" y="2635"/>
                  <a:pt x="2869" y="2001"/>
                  <a:pt x="2869" y="1201"/>
                </a:cubicBezTo>
                <a:lnTo>
                  <a:pt x="2869" y="0"/>
                </a:lnTo>
                <a:close/>
              </a:path>
            </a:pathLst>
          </a:custGeom>
          <a:solidFill>
            <a:srgbClr val="A562B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2" name="Google Shape;102;p13"/>
          <p:cNvSpPr/>
          <p:nvPr/>
        </p:nvSpPr>
        <p:spPr>
          <a:xfrm>
            <a:off x="7943103" y="2748344"/>
            <a:ext cx="245535" cy="245535"/>
          </a:xfrm>
          <a:custGeom>
            <a:avLst/>
            <a:gdLst/>
            <a:ahLst/>
            <a:cxnLst/>
            <a:rect l="l" t="t" r="r" b="b"/>
            <a:pathLst>
              <a:path w="4405" h="4405" extrusionOk="0">
                <a:moveTo>
                  <a:pt x="1" y="1"/>
                </a:moveTo>
                <a:lnTo>
                  <a:pt x="1902" y="4237"/>
                </a:lnTo>
                <a:lnTo>
                  <a:pt x="2770" y="3370"/>
                </a:lnTo>
                <a:lnTo>
                  <a:pt x="3770" y="4404"/>
                </a:lnTo>
                <a:lnTo>
                  <a:pt x="4404" y="3804"/>
                </a:lnTo>
                <a:lnTo>
                  <a:pt x="3370" y="2770"/>
                </a:lnTo>
                <a:lnTo>
                  <a:pt x="4237" y="1902"/>
                </a:lnTo>
                <a:lnTo>
                  <a:pt x="1"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3" name="Google Shape;103;p13"/>
          <p:cNvSpPr txBox="1">
            <a:spLocks noGrp="1"/>
          </p:cNvSpPr>
          <p:nvPr>
            <p:ph type="ctrTitle"/>
          </p:nvPr>
        </p:nvSpPr>
        <p:spPr>
          <a:xfrm>
            <a:off x="6037164" y="1242309"/>
            <a:ext cx="1180800" cy="360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5200"/>
              <a:buNone/>
            </a:pPr>
            <a:r>
              <a:rPr lang="en-GB" sz="2500">
                <a:solidFill>
                  <a:schemeClr val="accent2"/>
                </a:solidFill>
              </a:rPr>
              <a:t>SHOP</a:t>
            </a:r>
            <a:endParaRPr sz="2500">
              <a:solidFill>
                <a:schemeClr val="accent2"/>
              </a:solidFill>
            </a:endParaRPr>
          </a:p>
        </p:txBody>
      </p:sp>
      <p:sp>
        <p:nvSpPr>
          <p:cNvPr id="104" name="Google Shape;104;p13"/>
          <p:cNvSpPr txBox="1"/>
          <p:nvPr/>
        </p:nvSpPr>
        <p:spPr>
          <a:xfrm>
            <a:off x="371639" y="3718153"/>
            <a:ext cx="3392700" cy="38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400"/>
              <a:buFont typeface="Arial" panose="020B0604020202020204"/>
              <a:buNone/>
            </a:pPr>
            <a:r>
              <a:rPr lang="en-GB" b="1"/>
              <a:t>Talaba: Kuziboyev Ulugbek</a:t>
            </a:r>
            <a:endParaRPr b="1"/>
          </a:p>
          <a:p>
            <a:pPr marL="0" marR="0" lvl="0" indent="0" algn="l" rtl="0">
              <a:lnSpc>
                <a:spcPct val="100000"/>
              </a:lnSpc>
              <a:spcBef>
                <a:spcPts val="0"/>
              </a:spcBef>
              <a:spcAft>
                <a:spcPts val="0"/>
              </a:spcAft>
              <a:buClr>
                <a:srgbClr val="000000"/>
              </a:buClr>
              <a:buSzPts val="1400"/>
              <a:buFont typeface="Arial" panose="020B0604020202020204"/>
              <a:buNone/>
            </a:pPr>
            <a:endParaRPr>
              <a:latin typeface="Roboto" panose="02000000000000000000"/>
              <a:ea typeface="Roboto" panose="02000000000000000000"/>
              <a:cs typeface="Roboto" panose="02000000000000000000"/>
              <a:sym typeface="Roboto" panose="02000000000000000000"/>
            </a:endParaRPr>
          </a:p>
        </p:txBody>
      </p:sp>
      <p:sp>
        <p:nvSpPr>
          <p:cNvPr id="105" name="Google Shape;105;p13"/>
          <p:cNvSpPr txBox="1"/>
          <p:nvPr/>
        </p:nvSpPr>
        <p:spPr>
          <a:xfrm>
            <a:off x="371650" y="4260123"/>
            <a:ext cx="5078700" cy="3054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20204"/>
              <a:buNone/>
            </a:pPr>
            <a:r>
              <a:rPr lang="en-GB" sz="1400" b="1" i="0" u="none" strike="noStrike" cap="none">
                <a:solidFill>
                  <a:srgbClr val="000000"/>
                </a:solidFill>
                <a:latin typeface="Arial" panose="020B0604020202020204"/>
                <a:ea typeface="Arial" panose="020B0604020202020204"/>
                <a:cs typeface="Arial" panose="020B0604020202020204"/>
                <a:sym typeface="Arial" panose="020B0604020202020204"/>
              </a:rPr>
              <a:t>O'qituvchi: Mamatkulov Gulom</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4"/>
          <p:cNvSpPr txBox="1">
            <a:spLocks noGrp="1"/>
          </p:cNvSpPr>
          <p:nvPr>
            <p:ph type="title"/>
          </p:nvPr>
        </p:nvSpPr>
        <p:spPr>
          <a:xfrm>
            <a:off x="2514575" y="409575"/>
            <a:ext cx="4114800" cy="32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a:t>REJA:</a:t>
            </a:r>
            <a:endParaRPr lang="en-GB"/>
          </a:p>
        </p:txBody>
      </p:sp>
      <p:pic>
        <p:nvPicPr>
          <p:cNvPr id="111" name="Google Shape;111;p14"/>
          <p:cNvPicPr preferRelativeResize="0"/>
          <p:nvPr/>
        </p:nvPicPr>
        <p:blipFill rotWithShape="1">
          <a:blip r:embed="rId1"/>
          <a:srcRect/>
          <a:stretch>
            <a:fillRect/>
          </a:stretch>
        </p:blipFill>
        <p:spPr>
          <a:xfrm>
            <a:off x="6211926" y="2571750"/>
            <a:ext cx="2932074" cy="2572412"/>
          </a:xfrm>
          <a:prstGeom prst="rect">
            <a:avLst/>
          </a:prstGeom>
          <a:noFill/>
          <a:ln>
            <a:noFill/>
          </a:ln>
        </p:spPr>
      </p:pic>
      <p:sp>
        <p:nvSpPr>
          <p:cNvPr id="112" name="Google Shape;112;p14"/>
          <p:cNvSpPr txBox="1"/>
          <p:nvPr/>
        </p:nvSpPr>
        <p:spPr>
          <a:xfrm>
            <a:off x="1933950" y="1491227"/>
            <a:ext cx="4845300" cy="138495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000000"/>
              </a:buClr>
              <a:buSzPts val="1400"/>
              <a:buFont typeface="Fira Sans Extra Condensed" panose="020B0603050000020004"/>
              <a:buAutoNum type="arabicPeriod"/>
            </a:pPr>
            <a:r>
              <a:rPr lang="en-GB" b="1" dirty="0">
                <a:solidFill>
                  <a:srgbClr val="181818"/>
                </a:solidFill>
                <a:latin typeface="Fira Sans Extra Condensed" panose="020B0603050000020004"/>
                <a:ea typeface="Fira Sans Extra Condensed" panose="020B0603050000020004"/>
                <a:cs typeface="Fira Sans Extra Condensed" panose="020B0603050000020004"/>
                <a:sym typeface="Fira Sans Extra Condensed" panose="020B0603050000020004"/>
              </a:rPr>
              <a:t>Kofe Do'koni </a:t>
            </a:r>
            <a:r>
              <a:rPr lang="en-GB" b="1" dirty="0" smtClean="0">
                <a:solidFill>
                  <a:srgbClr val="181818"/>
                </a:solidFill>
                <a:latin typeface="Fira Sans Extra Condensed" panose="020B0603050000020004"/>
                <a:ea typeface="Fira Sans Extra Condensed" panose="020B0603050000020004"/>
                <a:cs typeface="Fira Sans Extra Condensed" panose="020B0603050000020004"/>
                <a:sym typeface="Fira Sans Extra Condensed" panose="020B0603050000020004"/>
              </a:rPr>
              <a:t>Ochilishining </a:t>
            </a:r>
            <a:r>
              <a:rPr lang="en-GB" b="1" dirty="0">
                <a:solidFill>
                  <a:srgbClr val="181818"/>
                </a:solidFill>
                <a:latin typeface="Fira Sans Extra Condensed" panose="020B0603050000020004"/>
                <a:ea typeface="Fira Sans Extra Condensed" panose="020B0603050000020004"/>
                <a:cs typeface="Fira Sans Extra Condensed" panose="020B0603050000020004"/>
                <a:sym typeface="Fira Sans Extra Condensed" panose="020B0603050000020004"/>
              </a:rPr>
              <a:t>Umumiy Ma'nosi</a:t>
            </a:r>
            <a:endParaRPr b="1" dirty="0">
              <a:latin typeface="Fira Sans Extra Condensed" panose="020B0603050000020004"/>
              <a:ea typeface="Fira Sans Extra Condensed" panose="020B0603050000020004"/>
              <a:cs typeface="Fira Sans Extra Condensed" panose="020B0603050000020004"/>
              <a:sym typeface="Fira Sans Extra Condensed" panose="020B0603050000020004"/>
            </a:endParaRPr>
          </a:p>
          <a:p>
            <a:pPr marL="342900" marR="0" lvl="0" indent="-342900" algn="l" rtl="0">
              <a:lnSpc>
                <a:spcPct val="150000"/>
              </a:lnSpc>
              <a:spcBef>
                <a:spcPts val="0"/>
              </a:spcBef>
              <a:spcAft>
                <a:spcPts val="0"/>
              </a:spcAft>
              <a:buClr>
                <a:srgbClr val="000000"/>
              </a:buClr>
              <a:buSzPts val="1400"/>
              <a:buFont typeface="Fira Sans Extra Condensed" panose="020B0603050000020004"/>
              <a:buAutoNum type="arabicPeriod"/>
            </a:pPr>
            <a:r>
              <a:rPr lang="en-GB" b="1" dirty="0">
                <a:solidFill>
                  <a:srgbClr val="181818"/>
                </a:solidFill>
                <a:latin typeface="Fira Sans Extra Condensed" panose="020B0603050000020004"/>
                <a:ea typeface="Fira Sans Extra Condensed" panose="020B0603050000020004"/>
                <a:cs typeface="Fira Sans Extra Condensed" panose="020B0603050000020004"/>
                <a:sym typeface="Fira Sans Extra Condensed" panose="020B0603050000020004"/>
              </a:rPr>
              <a:t>Bozor Tahlili va Talablarni O'rganish</a:t>
            </a:r>
            <a:endParaRPr b="1" dirty="0">
              <a:solidFill>
                <a:srgbClr val="181818"/>
              </a:solidFill>
              <a:latin typeface="Fira Sans Extra Condensed" panose="020B0603050000020004"/>
              <a:ea typeface="Fira Sans Extra Condensed" panose="020B0603050000020004"/>
              <a:cs typeface="Fira Sans Extra Condensed" panose="020B0603050000020004"/>
              <a:sym typeface="Fira Sans Extra Condensed" panose="020B0603050000020004"/>
            </a:endParaRPr>
          </a:p>
          <a:p>
            <a:pPr marL="342900" marR="0" lvl="0" indent="-342900" algn="l" rtl="0">
              <a:lnSpc>
                <a:spcPct val="150000"/>
              </a:lnSpc>
              <a:spcBef>
                <a:spcPts val="0"/>
              </a:spcBef>
              <a:spcAft>
                <a:spcPts val="0"/>
              </a:spcAft>
              <a:buClr>
                <a:srgbClr val="000000"/>
              </a:buClr>
              <a:buSzPts val="1400"/>
              <a:buFont typeface="Fira Sans Extra Condensed" panose="020B0603050000020004"/>
              <a:buAutoNum type="arabicPeriod"/>
            </a:pPr>
            <a:r>
              <a:rPr lang="en-GB" b="1" dirty="0">
                <a:solidFill>
                  <a:srgbClr val="181818"/>
                </a:solidFill>
                <a:latin typeface="Fira Sans Extra Condensed" panose="020B0603050000020004"/>
                <a:ea typeface="Fira Sans Extra Condensed" panose="020B0603050000020004"/>
                <a:cs typeface="Fira Sans Extra Condensed" panose="020B0603050000020004"/>
                <a:sym typeface="Fira Sans Extra Condensed" panose="020B0603050000020004"/>
              </a:rPr>
              <a:t>Biznes Reja Tayyorlash Asoslari</a:t>
            </a:r>
            <a:endParaRPr b="1" dirty="0">
              <a:latin typeface="Fira Sans Extra Condensed" panose="020B0603050000020004"/>
              <a:ea typeface="Fira Sans Extra Condensed" panose="020B0603050000020004"/>
              <a:cs typeface="Fira Sans Extra Condensed" panose="020B0603050000020004"/>
              <a:sym typeface="Fira Sans Extra Condensed" panose="020B0603050000020004"/>
            </a:endParaRPr>
          </a:p>
          <a:p>
            <a:pPr marL="342900" marR="0" lvl="0" indent="-342900" algn="l" rtl="0">
              <a:lnSpc>
                <a:spcPct val="150000"/>
              </a:lnSpc>
              <a:spcBef>
                <a:spcPts val="0"/>
              </a:spcBef>
              <a:spcAft>
                <a:spcPts val="0"/>
              </a:spcAft>
              <a:buClr>
                <a:srgbClr val="000000"/>
              </a:buClr>
              <a:buSzPts val="1400"/>
              <a:buFont typeface="Fira Sans Extra Condensed" panose="020B0603050000020004"/>
              <a:buAutoNum type="arabicPeriod"/>
            </a:pPr>
            <a:r>
              <a:rPr lang="en-GB" b="1" dirty="0">
                <a:solidFill>
                  <a:srgbClr val="181818"/>
                </a:solidFill>
                <a:latin typeface="Fira Sans Extra Condensed" panose="020B0603050000020004"/>
                <a:ea typeface="Fira Sans Extra Condensed" panose="020B0603050000020004"/>
                <a:cs typeface="Fira Sans Extra Condensed" panose="020B0603050000020004"/>
                <a:sym typeface="Fira Sans Extra Condensed" panose="020B0603050000020004"/>
              </a:rPr>
              <a:t>Harajatlar va Moliyaviy Hisob-kitoblar</a:t>
            </a:r>
            <a:endParaRPr sz="1400" b="1" i="0" u="none" strike="noStrike" cap="none" dirty="0">
              <a:solidFill>
                <a:srgbClr val="000000"/>
              </a:solidFill>
              <a:latin typeface="Fira Sans Extra Condensed" panose="020B0603050000020004"/>
              <a:ea typeface="Fira Sans Extra Condensed" panose="020B0603050000020004"/>
              <a:cs typeface="Fira Sans Extra Condensed" panose="020B0603050000020004"/>
              <a:sym typeface="Fira Sans Extra Condensed" panose="020B060305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Заголовок 1"/>
          <p:cNvSpPr>
            <a:spLocks noGrp="1"/>
          </p:cNvSpPr>
          <p:nvPr>
            <p:ph type="body" idx="1"/>
          </p:nvPr>
        </p:nvSpPr>
        <p:spPr>
          <a:xfrm>
            <a:off x="311150" y="758456"/>
            <a:ext cx="4000500" cy="3810369"/>
          </a:xfrm>
        </p:spPr>
        <p:txBody>
          <a:bodyPr/>
          <a:lstStyle/>
          <a:p>
            <a:pPr>
              <a:lnSpc>
                <a:spcPct val="200000"/>
              </a:lnSpc>
            </a:pPr>
            <a:r>
              <a:rPr lang="en-GB" dirty="0" err="1"/>
              <a:t>Talabalar</a:t>
            </a:r>
            <a:r>
              <a:rPr lang="en-GB" dirty="0"/>
              <a:t> </a:t>
            </a:r>
            <a:r>
              <a:rPr lang="en-GB" dirty="0" err="1"/>
              <a:t>orasida</a:t>
            </a:r>
            <a:r>
              <a:rPr lang="en-GB" dirty="0"/>
              <a:t> </a:t>
            </a:r>
            <a:r>
              <a:rPr lang="en-GB" dirty="0" err="1"/>
              <a:t>kofe</a:t>
            </a:r>
            <a:r>
              <a:rPr lang="en-GB" dirty="0"/>
              <a:t> </a:t>
            </a:r>
            <a:r>
              <a:rPr lang="en-GB" dirty="0" err="1"/>
              <a:t>iste’moli</a:t>
            </a:r>
            <a:r>
              <a:rPr lang="en-GB" dirty="0"/>
              <a:t> </a:t>
            </a:r>
            <a:r>
              <a:rPr lang="en-GB" dirty="0" err="1"/>
              <a:t>oshib</a:t>
            </a:r>
            <a:r>
              <a:rPr lang="en-GB" dirty="0"/>
              <a:t> </a:t>
            </a:r>
            <a:r>
              <a:rPr lang="en-GB" dirty="0" err="1"/>
              <a:t>bormoqda</a:t>
            </a:r>
            <a:endParaRPr lang="en-GB" dirty="0"/>
          </a:p>
          <a:p>
            <a:pPr>
              <a:lnSpc>
                <a:spcPct val="200000"/>
              </a:lnSpc>
            </a:pPr>
            <a:r>
              <a:rPr lang="en-GB" dirty="0" err="1"/>
              <a:t>Dars</a:t>
            </a:r>
            <a:r>
              <a:rPr lang="en-GB" dirty="0"/>
              <a:t> </a:t>
            </a:r>
            <a:r>
              <a:rPr lang="en-GB" dirty="0" err="1"/>
              <a:t>oralig‘ida</a:t>
            </a:r>
            <a:r>
              <a:rPr lang="en-GB" dirty="0"/>
              <a:t> </a:t>
            </a:r>
            <a:r>
              <a:rPr lang="en-GB" dirty="0" err="1"/>
              <a:t>tezkor</a:t>
            </a:r>
            <a:r>
              <a:rPr lang="en-GB" dirty="0"/>
              <a:t> </a:t>
            </a:r>
            <a:r>
              <a:rPr lang="en-GB" dirty="0" err="1"/>
              <a:t>xizmatga</a:t>
            </a:r>
            <a:r>
              <a:rPr lang="en-GB" dirty="0"/>
              <a:t> </a:t>
            </a:r>
            <a:r>
              <a:rPr lang="en-GB" dirty="0" err="1"/>
              <a:t>talab</a:t>
            </a:r>
            <a:r>
              <a:rPr lang="en-GB" dirty="0"/>
              <a:t> </a:t>
            </a:r>
            <a:r>
              <a:rPr lang="en-GB" dirty="0" err="1"/>
              <a:t>yuqori</a:t>
            </a:r>
            <a:endParaRPr lang="en-GB" dirty="0"/>
          </a:p>
          <a:p>
            <a:pPr>
              <a:lnSpc>
                <a:spcPct val="200000"/>
              </a:lnSpc>
            </a:pPr>
            <a:r>
              <a:rPr lang="en-GB" dirty="0" err="1"/>
              <a:t>Universitet</a:t>
            </a:r>
            <a:r>
              <a:rPr lang="en-GB" dirty="0"/>
              <a:t> </a:t>
            </a:r>
            <a:r>
              <a:rPr lang="en-GB" dirty="0" err="1"/>
              <a:t>hududida</a:t>
            </a:r>
            <a:r>
              <a:rPr lang="en-GB" dirty="0"/>
              <a:t> </a:t>
            </a:r>
            <a:r>
              <a:rPr lang="en-GB" dirty="0" err="1"/>
              <a:t>qulay</a:t>
            </a:r>
            <a:r>
              <a:rPr lang="en-GB" dirty="0"/>
              <a:t> mini-</a:t>
            </a:r>
            <a:r>
              <a:rPr lang="en-GB" dirty="0" err="1"/>
              <a:t>kofe</a:t>
            </a:r>
            <a:r>
              <a:rPr lang="en-GB" dirty="0"/>
              <a:t> </a:t>
            </a:r>
            <a:r>
              <a:rPr lang="en-GB" dirty="0" err="1"/>
              <a:t>nuqtasi</a:t>
            </a:r>
            <a:r>
              <a:rPr lang="en-GB" dirty="0"/>
              <a:t> </a:t>
            </a:r>
            <a:r>
              <a:rPr lang="en-GB" dirty="0" err="1"/>
              <a:t>yetishmaydi</a:t>
            </a:r>
            <a:endParaRPr lang="en-GB" dirty="0"/>
          </a:p>
          <a:p>
            <a:pPr>
              <a:lnSpc>
                <a:spcPct val="200000"/>
              </a:lnSpc>
            </a:pPr>
            <a:r>
              <a:rPr lang="en-GB" dirty="0" err="1"/>
              <a:t>Yoshlar</a:t>
            </a:r>
            <a:r>
              <a:rPr lang="en-GB" dirty="0"/>
              <a:t> </a:t>
            </a:r>
            <a:r>
              <a:rPr lang="en-GB" dirty="0" err="1"/>
              <a:t>o‘rtasida</a:t>
            </a:r>
            <a:r>
              <a:rPr lang="en-GB" dirty="0"/>
              <a:t> </a:t>
            </a:r>
            <a:r>
              <a:rPr lang="en-GB" dirty="0" err="1"/>
              <a:t>zamonaviy</a:t>
            </a:r>
            <a:r>
              <a:rPr lang="en-GB" dirty="0"/>
              <a:t> </a:t>
            </a:r>
            <a:r>
              <a:rPr lang="en-GB" dirty="0" err="1"/>
              <a:t>kofe</a:t>
            </a:r>
            <a:r>
              <a:rPr lang="en-GB" dirty="0"/>
              <a:t> </a:t>
            </a:r>
            <a:r>
              <a:rPr lang="en-GB" dirty="0" err="1"/>
              <a:t>madaniyati</a:t>
            </a:r>
            <a:r>
              <a:rPr lang="en-GB" dirty="0"/>
              <a:t> </a:t>
            </a:r>
            <a:r>
              <a:rPr lang="en-GB" dirty="0" err="1"/>
              <a:t>rivojlanmoqda</a:t>
            </a:r>
            <a:endParaRPr lang="en-GB" dirty="0"/>
          </a:p>
          <a:p>
            <a:pPr>
              <a:lnSpc>
                <a:spcPct val="200000"/>
              </a:lnSpc>
            </a:pPr>
            <a:endParaRPr lang="en-GB" dirty="0"/>
          </a:p>
        </p:txBody>
      </p:sp>
      <p:sp>
        <p:nvSpPr>
          <p:cNvPr id="14" name="AutoShape 4" descr="Koffe at Taplink"/>
          <p:cNvSpPr>
            <a:spLocks noGrp="1" noChangeAspect="1" noChangeArrowheads="1"/>
          </p:cNvSpPr>
          <p:nvPr>
            <p:ph type="body" idx="2"/>
          </p:nvPr>
        </p:nvSpPr>
        <p:spPr bwMode="auto">
          <a:xfrm>
            <a:off x="4832350" y="382588"/>
            <a:ext cx="4000500" cy="41862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dirty="0" smtClean="0"/>
          </a:p>
          <a:p>
            <a:endParaRPr lang="en-US" dirty="0"/>
          </a:p>
          <a:p>
            <a:endParaRPr lang="en-US" dirty="0" smtClean="0"/>
          </a:p>
          <a:p>
            <a:endParaRPr lang="en-US" dirty="0"/>
          </a:p>
          <a:p>
            <a:endParaRPr lang="en-GB" dirty="0"/>
          </a:p>
        </p:txBody>
      </p:sp>
      <p:pic>
        <p:nvPicPr>
          <p:cNvPr id="16" name="Рисунок 15"/>
          <p:cNvPicPr>
            <a:picLocks noChangeAspect="1"/>
          </p:cNvPicPr>
          <p:nvPr/>
        </p:nvPicPr>
        <p:blipFill>
          <a:blip r:embed="rId1"/>
          <a:stretch>
            <a:fillRect/>
          </a:stretch>
        </p:blipFill>
        <p:spPr>
          <a:xfrm>
            <a:off x="4311650" y="1069145"/>
            <a:ext cx="4097237" cy="32131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5"/>
          <p:cNvSpPr txBox="1">
            <a:spLocks noGrp="1"/>
          </p:cNvSpPr>
          <p:nvPr>
            <p:ph type="title"/>
          </p:nvPr>
        </p:nvSpPr>
        <p:spPr>
          <a:xfrm>
            <a:off x="788947" y="179650"/>
            <a:ext cx="7645706" cy="32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Kofe Do'koni Ochildishining Umumiy Ma'nosi</a:t>
            </a:r>
            <a:endParaRPr sz="2400"/>
          </a:p>
        </p:txBody>
      </p:sp>
      <p:sp>
        <p:nvSpPr>
          <p:cNvPr id="118" name="Google Shape;118;p15"/>
          <p:cNvSpPr txBox="1"/>
          <p:nvPr/>
        </p:nvSpPr>
        <p:spPr>
          <a:xfrm>
            <a:off x="5204946" y="658850"/>
            <a:ext cx="3765140" cy="130264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rgbClr val="000000"/>
                </a:solidFill>
                <a:latin typeface="Roboto" panose="02000000000000000000"/>
                <a:ea typeface="Roboto" panose="02000000000000000000"/>
                <a:cs typeface="Roboto" panose="02000000000000000000"/>
                <a:sym typeface="Roboto" panose="02000000000000000000"/>
              </a:rPr>
              <a:t>Universitetda kofe do'koni ochish uchun to'liq biznes reja tuzish muhim. Xarajatlar va hisob-kitoblar ehtiyotkorlik bilan o'rganiladi.</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119" name="Google Shape;119;p15"/>
          <p:cNvSpPr txBox="1"/>
          <p:nvPr/>
        </p:nvSpPr>
        <p:spPr>
          <a:xfrm>
            <a:off x="4878775" y="3607551"/>
            <a:ext cx="3883620" cy="1305521"/>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rgbClr val="000000"/>
                </a:solidFill>
                <a:latin typeface="Roboto" panose="02000000000000000000"/>
                <a:ea typeface="Roboto" panose="02000000000000000000"/>
                <a:cs typeface="Roboto" panose="02000000000000000000"/>
                <a:sym typeface="Roboto" panose="02000000000000000000"/>
              </a:rPr>
              <a:t>Talaba Kuziboyev Ulug'bek tomonidan tayyorlangan reja do'konni ochish jarayonini tushuntiradi. Moliyaviy jihatlar va prognozlar muhim rol o'ynaydi.</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grpSp>
        <p:nvGrpSpPr>
          <p:cNvPr id="120" name="Google Shape;120;p15"/>
          <p:cNvGrpSpPr/>
          <p:nvPr/>
        </p:nvGrpSpPr>
        <p:grpSpPr>
          <a:xfrm>
            <a:off x="2861752" y="1103854"/>
            <a:ext cx="2429740" cy="3282932"/>
            <a:chOff x="3514681" y="1107568"/>
            <a:chExt cx="2429740" cy="3282932"/>
          </a:xfrm>
        </p:grpSpPr>
        <p:grpSp>
          <p:nvGrpSpPr>
            <p:cNvPr id="121" name="Google Shape;121;p15"/>
            <p:cNvGrpSpPr/>
            <p:nvPr/>
          </p:nvGrpSpPr>
          <p:grpSpPr>
            <a:xfrm>
              <a:off x="3514681" y="1194845"/>
              <a:ext cx="1567540" cy="3104651"/>
              <a:chOff x="2678318" y="1487495"/>
              <a:chExt cx="1567540" cy="3104651"/>
            </a:xfrm>
          </p:grpSpPr>
          <p:sp>
            <p:nvSpPr>
              <p:cNvPr id="122" name="Google Shape;122;p15"/>
              <p:cNvSpPr/>
              <p:nvPr/>
            </p:nvSpPr>
            <p:spPr>
              <a:xfrm>
                <a:off x="2703018" y="1512454"/>
                <a:ext cx="1542840" cy="3054501"/>
              </a:xfrm>
              <a:custGeom>
                <a:avLst/>
                <a:gdLst/>
                <a:ahLst/>
                <a:cxnLst/>
                <a:rect l="l" t="t" r="r" b="b"/>
                <a:pathLst>
                  <a:path w="71403" h="141363" extrusionOk="0">
                    <a:moveTo>
                      <a:pt x="727" y="0"/>
                    </a:moveTo>
                    <a:cubicBezTo>
                      <a:pt x="322" y="0"/>
                      <a:pt x="1" y="322"/>
                      <a:pt x="1" y="714"/>
                    </a:cubicBezTo>
                    <a:cubicBezTo>
                      <a:pt x="1" y="1107"/>
                      <a:pt x="322" y="1429"/>
                      <a:pt x="727" y="1429"/>
                    </a:cubicBezTo>
                    <a:cubicBezTo>
                      <a:pt x="10074" y="1429"/>
                      <a:pt x="19134" y="3262"/>
                      <a:pt x="27683" y="6870"/>
                    </a:cubicBezTo>
                    <a:cubicBezTo>
                      <a:pt x="35922" y="10359"/>
                      <a:pt x="43328" y="15359"/>
                      <a:pt x="49686" y="21717"/>
                    </a:cubicBezTo>
                    <a:cubicBezTo>
                      <a:pt x="56044" y="28075"/>
                      <a:pt x="61044" y="35481"/>
                      <a:pt x="64533" y="43732"/>
                    </a:cubicBezTo>
                    <a:cubicBezTo>
                      <a:pt x="68140" y="52268"/>
                      <a:pt x="69974" y="61329"/>
                      <a:pt x="69974" y="70675"/>
                    </a:cubicBezTo>
                    <a:cubicBezTo>
                      <a:pt x="69974" y="80034"/>
                      <a:pt x="68140" y="89094"/>
                      <a:pt x="64533" y="97631"/>
                    </a:cubicBezTo>
                    <a:cubicBezTo>
                      <a:pt x="61044" y="105882"/>
                      <a:pt x="56044" y="113288"/>
                      <a:pt x="49686" y="119646"/>
                    </a:cubicBezTo>
                    <a:cubicBezTo>
                      <a:pt x="43328" y="126004"/>
                      <a:pt x="35922" y="131004"/>
                      <a:pt x="27683" y="134493"/>
                    </a:cubicBezTo>
                    <a:cubicBezTo>
                      <a:pt x="19134" y="138100"/>
                      <a:pt x="10074" y="139934"/>
                      <a:pt x="727" y="139934"/>
                    </a:cubicBezTo>
                    <a:cubicBezTo>
                      <a:pt x="322" y="139934"/>
                      <a:pt x="1" y="140255"/>
                      <a:pt x="1" y="140648"/>
                    </a:cubicBezTo>
                    <a:cubicBezTo>
                      <a:pt x="1" y="141041"/>
                      <a:pt x="322" y="141363"/>
                      <a:pt x="727" y="141363"/>
                    </a:cubicBezTo>
                    <a:cubicBezTo>
                      <a:pt x="10264" y="141363"/>
                      <a:pt x="19515" y="139493"/>
                      <a:pt x="28231" y="135802"/>
                    </a:cubicBezTo>
                    <a:cubicBezTo>
                      <a:pt x="36648" y="132243"/>
                      <a:pt x="44209" y="127147"/>
                      <a:pt x="50698" y="120658"/>
                    </a:cubicBezTo>
                    <a:cubicBezTo>
                      <a:pt x="57187" y="114169"/>
                      <a:pt x="62294" y="106608"/>
                      <a:pt x="65854" y="98191"/>
                    </a:cubicBezTo>
                    <a:cubicBezTo>
                      <a:pt x="69533" y="89475"/>
                      <a:pt x="71403" y="80224"/>
                      <a:pt x="71403" y="70675"/>
                    </a:cubicBezTo>
                    <a:cubicBezTo>
                      <a:pt x="71403" y="61139"/>
                      <a:pt x="69533" y="51887"/>
                      <a:pt x="65854" y="43172"/>
                    </a:cubicBezTo>
                    <a:cubicBezTo>
                      <a:pt x="62294" y="34754"/>
                      <a:pt x="57187" y="27194"/>
                      <a:pt x="50698" y="20705"/>
                    </a:cubicBezTo>
                    <a:cubicBezTo>
                      <a:pt x="44209" y="14216"/>
                      <a:pt x="36648" y="9120"/>
                      <a:pt x="28231" y="5560"/>
                    </a:cubicBezTo>
                    <a:cubicBezTo>
                      <a:pt x="19515" y="1869"/>
                      <a:pt x="10264" y="0"/>
                      <a:pt x="72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 name="Google Shape;123;p15"/>
              <p:cNvSpPr/>
              <p:nvPr/>
            </p:nvSpPr>
            <p:spPr>
              <a:xfrm>
                <a:off x="2678318" y="1487495"/>
                <a:ext cx="80553" cy="80790"/>
              </a:xfrm>
              <a:custGeom>
                <a:avLst/>
                <a:gdLst/>
                <a:ahLst/>
                <a:cxnLst/>
                <a:rect l="l" t="t" r="r" b="b"/>
                <a:pathLst>
                  <a:path w="3728" h="3739" extrusionOk="0">
                    <a:moveTo>
                      <a:pt x="1870" y="0"/>
                    </a:moveTo>
                    <a:cubicBezTo>
                      <a:pt x="834" y="0"/>
                      <a:pt x="1" y="834"/>
                      <a:pt x="1" y="1869"/>
                    </a:cubicBezTo>
                    <a:cubicBezTo>
                      <a:pt x="1" y="2905"/>
                      <a:pt x="834" y="3739"/>
                      <a:pt x="1870" y="3739"/>
                    </a:cubicBezTo>
                    <a:cubicBezTo>
                      <a:pt x="2894" y="3739"/>
                      <a:pt x="3727" y="2905"/>
                      <a:pt x="3727" y="1869"/>
                    </a:cubicBezTo>
                    <a:cubicBezTo>
                      <a:pt x="3727" y="834"/>
                      <a:pt x="2894" y="0"/>
                      <a:pt x="187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 name="Google Shape;124;p15"/>
              <p:cNvSpPr/>
              <p:nvPr/>
            </p:nvSpPr>
            <p:spPr>
              <a:xfrm>
                <a:off x="2678318" y="4511356"/>
                <a:ext cx="80553" cy="80790"/>
              </a:xfrm>
              <a:custGeom>
                <a:avLst/>
                <a:gdLst/>
                <a:ahLst/>
                <a:cxnLst/>
                <a:rect l="l" t="t" r="r" b="b"/>
                <a:pathLst>
                  <a:path w="3728" h="3739" extrusionOk="0">
                    <a:moveTo>
                      <a:pt x="1870" y="0"/>
                    </a:moveTo>
                    <a:cubicBezTo>
                      <a:pt x="834" y="0"/>
                      <a:pt x="1" y="833"/>
                      <a:pt x="1" y="1869"/>
                    </a:cubicBezTo>
                    <a:cubicBezTo>
                      <a:pt x="1" y="2905"/>
                      <a:pt x="834" y="3739"/>
                      <a:pt x="1870" y="3739"/>
                    </a:cubicBezTo>
                    <a:cubicBezTo>
                      <a:pt x="2894" y="3739"/>
                      <a:pt x="3727" y="2905"/>
                      <a:pt x="3727" y="1869"/>
                    </a:cubicBezTo>
                    <a:cubicBezTo>
                      <a:pt x="3727" y="833"/>
                      <a:pt x="2894" y="0"/>
                      <a:pt x="187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cxnSp>
          <p:nvCxnSpPr>
            <p:cNvPr id="125" name="Google Shape;125;p15"/>
            <p:cNvCxnSpPr/>
            <p:nvPr/>
          </p:nvCxnSpPr>
          <p:spPr>
            <a:xfrm>
              <a:off x="4267875" y="1309250"/>
              <a:ext cx="1590000" cy="0"/>
            </a:xfrm>
            <a:prstGeom prst="straightConnector1">
              <a:avLst/>
            </a:prstGeom>
            <a:noFill/>
            <a:ln w="19050" cap="flat" cmpd="sng">
              <a:solidFill>
                <a:schemeClr val="accent1"/>
              </a:solidFill>
              <a:prstDash val="solid"/>
              <a:round/>
              <a:headEnd type="none" w="sm" len="sm"/>
              <a:tailEnd type="oval" w="med" len="med"/>
            </a:ln>
          </p:spPr>
        </p:cxnSp>
        <p:sp>
          <p:nvSpPr>
            <p:cNvPr id="126" name="Google Shape;126;p15"/>
            <p:cNvSpPr/>
            <p:nvPr/>
          </p:nvSpPr>
          <p:spPr>
            <a:xfrm>
              <a:off x="3928713" y="1107568"/>
              <a:ext cx="403691" cy="403384"/>
            </a:xfrm>
            <a:custGeom>
              <a:avLst/>
              <a:gdLst/>
              <a:ahLst/>
              <a:cxnLst/>
              <a:rect l="l" t="t" r="r" b="b"/>
              <a:pathLst>
                <a:path w="14146" h="14134" extrusionOk="0">
                  <a:moveTo>
                    <a:pt x="7073" y="0"/>
                  </a:moveTo>
                  <a:cubicBezTo>
                    <a:pt x="3168" y="0"/>
                    <a:pt x="1" y="3167"/>
                    <a:pt x="1" y="7073"/>
                  </a:cubicBezTo>
                  <a:cubicBezTo>
                    <a:pt x="1" y="10978"/>
                    <a:pt x="3168" y="14133"/>
                    <a:pt x="7073" y="14133"/>
                  </a:cubicBezTo>
                  <a:cubicBezTo>
                    <a:pt x="10978" y="14133"/>
                    <a:pt x="14145" y="10978"/>
                    <a:pt x="14145" y="7073"/>
                  </a:cubicBezTo>
                  <a:cubicBezTo>
                    <a:pt x="14145" y="3167"/>
                    <a:pt x="10978" y="0"/>
                    <a:pt x="707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panose="020B0604020202020204"/>
                <a:buNone/>
              </a:pPr>
              <a:r>
                <a:rPr lang="en-GB" sz="1200" b="0" i="0" u="none" strike="noStrike" cap="none">
                  <a:solidFill>
                    <a:srgbClr val="FFFFFF"/>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rPr>
                <a:t>01</a:t>
              </a:r>
              <a:endParaRPr sz="15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cxnSp>
          <p:nvCxnSpPr>
            <p:cNvPr id="127" name="Google Shape;127;p15"/>
            <p:cNvCxnSpPr/>
            <p:nvPr/>
          </p:nvCxnSpPr>
          <p:spPr>
            <a:xfrm>
              <a:off x="3928708" y="4218706"/>
              <a:ext cx="1590000" cy="0"/>
            </a:xfrm>
            <a:prstGeom prst="straightConnector1">
              <a:avLst/>
            </a:prstGeom>
            <a:noFill/>
            <a:ln w="19050" cap="flat" cmpd="sng">
              <a:solidFill>
                <a:schemeClr val="accent4"/>
              </a:solidFill>
              <a:prstDash val="solid"/>
              <a:round/>
              <a:headEnd type="none" w="sm" len="sm"/>
              <a:tailEnd type="oval" w="med" len="med"/>
            </a:ln>
          </p:spPr>
        </p:cxnSp>
        <p:sp>
          <p:nvSpPr>
            <p:cNvPr id="128" name="Google Shape;128;p15"/>
            <p:cNvSpPr/>
            <p:nvPr/>
          </p:nvSpPr>
          <p:spPr>
            <a:xfrm>
              <a:off x="3928708" y="3986762"/>
              <a:ext cx="403702" cy="403738"/>
            </a:xfrm>
            <a:custGeom>
              <a:avLst/>
              <a:gdLst/>
              <a:ahLst/>
              <a:cxnLst/>
              <a:rect l="l" t="t" r="r" b="b"/>
              <a:pathLst>
                <a:path w="14134" h="14134" extrusionOk="0">
                  <a:moveTo>
                    <a:pt x="7073" y="0"/>
                  </a:moveTo>
                  <a:cubicBezTo>
                    <a:pt x="3168" y="0"/>
                    <a:pt x="1" y="3168"/>
                    <a:pt x="1" y="7061"/>
                  </a:cubicBezTo>
                  <a:cubicBezTo>
                    <a:pt x="1" y="10966"/>
                    <a:pt x="3168" y="14133"/>
                    <a:pt x="7073" y="14133"/>
                  </a:cubicBezTo>
                  <a:cubicBezTo>
                    <a:pt x="10978" y="14133"/>
                    <a:pt x="14133" y="10966"/>
                    <a:pt x="14133" y="7061"/>
                  </a:cubicBezTo>
                  <a:cubicBezTo>
                    <a:pt x="14133" y="3168"/>
                    <a:pt x="10978" y="0"/>
                    <a:pt x="707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panose="020B0604020202020204"/>
                <a:buNone/>
              </a:pPr>
              <a:r>
                <a:rPr lang="en-GB" sz="1200" b="0" i="0" u="none" strike="noStrike" cap="none">
                  <a:solidFill>
                    <a:srgbClr val="FFFFFF"/>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rPr>
                <a:t>03</a:t>
              </a:r>
              <a:endParaRPr sz="15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cxnSp>
          <p:nvCxnSpPr>
            <p:cNvPr id="129" name="Google Shape;129;p15"/>
            <p:cNvCxnSpPr/>
            <p:nvPr/>
          </p:nvCxnSpPr>
          <p:spPr>
            <a:xfrm>
              <a:off x="5082221" y="2709466"/>
              <a:ext cx="862200" cy="0"/>
            </a:xfrm>
            <a:prstGeom prst="straightConnector1">
              <a:avLst/>
            </a:prstGeom>
            <a:noFill/>
            <a:ln w="19050" cap="flat" cmpd="sng">
              <a:solidFill>
                <a:schemeClr val="accent3"/>
              </a:solidFill>
              <a:prstDash val="solid"/>
              <a:round/>
              <a:headEnd type="none" w="sm" len="sm"/>
              <a:tailEnd type="oval" w="med" len="med"/>
            </a:ln>
          </p:spPr>
        </p:cxnSp>
        <p:sp>
          <p:nvSpPr>
            <p:cNvPr id="130" name="Google Shape;130;p15"/>
            <p:cNvSpPr/>
            <p:nvPr/>
          </p:nvSpPr>
          <p:spPr>
            <a:xfrm>
              <a:off x="4861020" y="2507594"/>
              <a:ext cx="403709" cy="403744"/>
            </a:xfrm>
            <a:custGeom>
              <a:avLst/>
              <a:gdLst/>
              <a:ahLst/>
              <a:cxnLst/>
              <a:rect l="l" t="t" r="r" b="b"/>
              <a:pathLst>
                <a:path w="14133" h="14133" extrusionOk="0">
                  <a:moveTo>
                    <a:pt x="7072" y="0"/>
                  </a:moveTo>
                  <a:cubicBezTo>
                    <a:pt x="3167" y="0"/>
                    <a:pt x="0" y="3167"/>
                    <a:pt x="0" y="7060"/>
                  </a:cubicBezTo>
                  <a:cubicBezTo>
                    <a:pt x="0" y="10966"/>
                    <a:pt x="3167" y="14133"/>
                    <a:pt x="7072" y="14133"/>
                  </a:cubicBezTo>
                  <a:cubicBezTo>
                    <a:pt x="10978" y="14133"/>
                    <a:pt x="14133" y="10966"/>
                    <a:pt x="14133" y="7060"/>
                  </a:cubicBezTo>
                  <a:cubicBezTo>
                    <a:pt x="14133" y="3167"/>
                    <a:pt x="10978" y="0"/>
                    <a:pt x="7072"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100"/>
                <a:buFont typeface="Arial" panose="020B0604020202020204"/>
                <a:buNone/>
              </a:pPr>
              <a:r>
                <a:rPr lang="en-GB" sz="1200" b="0" i="0" u="none" strike="noStrike" cap="none">
                  <a:solidFill>
                    <a:srgbClr val="FFFFFF"/>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rPr>
                <a:t>02</a:t>
              </a:r>
              <a:endParaRPr sz="15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131" name="Google Shape;131;p15"/>
          <p:cNvSpPr txBox="1"/>
          <p:nvPr/>
        </p:nvSpPr>
        <p:spPr>
          <a:xfrm>
            <a:off x="5342441" y="2033048"/>
            <a:ext cx="3678595" cy="1388619"/>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rgbClr val="000000"/>
                </a:solidFill>
                <a:latin typeface="Roboto" panose="02000000000000000000"/>
                <a:ea typeface="Roboto" panose="02000000000000000000"/>
                <a:cs typeface="Roboto" panose="02000000000000000000"/>
                <a:sym typeface="Roboto" panose="02000000000000000000"/>
              </a:rPr>
              <a:t>To'g'ri reja bilan menzil tanlanadi, xarajatlar aniqlanadi va biznesning muvaffaqiyati uchun eng yaxshi strategiya ishlab chiqiladi.</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132" name="Google Shape;132;p15"/>
          <p:cNvSpPr/>
          <p:nvPr/>
        </p:nvSpPr>
        <p:spPr>
          <a:xfrm>
            <a:off x="3458250" y="2514000"/>
            <a:ext cx="19200" cy="36700"/>
          </a:xfrm>
          <a:custGeom>
            <a:avLst/>
            <a:gdLst/>
            <a:ahLst/>
            <a:cxnLst/>
            <a:rect l="l" t="t" r="r" b="b"/>
            <a:pathLst>
              <a:path w="768" h="1468" fill="none" extrusionOk="0">
                <a:moveTo>
                  <a:pt x="768" y="1468"/>
                </a:moveTo>
                <a:cubicBezTo>
                  <a:pt x="534" y="968"/>
                  <a:pt x="267" y="467"/>
                  <a:pt x="0" y="0"/>
                </a:cubicBezTo>
              </a:path>
            </a:pathLst>
          </a:custGeom>
          <a:noFill/>
          <a:ln w="417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3" name="Google Shape;133;p15"/>
          <p:cNvSpPr/>
          <p:nvPr/>
        </p:nvSpPr>
        <p:spPr>
          <a:xfrm>
            <a:off x="458438" y="2381966"/>
            <a:ext cx="1831569" cy="2761480"/>
          </a:xfrm>
          <a:custGeom>
            <a:avLst/>
            <a:gdLst/>
            <a:ahLst/>
            <a:cxnLst/>
            <a:rect l="l" t="t" r="r" b="b"/>
            <a:pathLst>
              <a:path w="50304" h="75844" extrusionOk="0">
                <a:moveTo>
                  <a:pt x="10290" y="0"/>
                </a:moveTo>
                <a:cubicBezTo>
                  <a:pt x="9560" y="0"/>
                  <a:pt x="8996" y="196"/>
                  <a:pt x="8707" y="423"/>
                </a:cubicBezTo>
                <a:cubicBezTo>
                  <a:pt x="7473" y="1424"/>
                  <a:pt x="9307" y="13999"/>
                  <a:pt x="9374" y="17902"/>
                </a:cubicBezTo>
                <a:cubicBezTo>
                  <a:pt x="9541" y="27309"/>
                  <a:pt x="7539" y="33780"/>
                  <a:pt x="7139" y="36315"/>
                </a:cubicBezTo>
                <a:cubicBezTo>
                  <a:pt x="6572" y="40018"/>
                  <a:pt x="7206" y="46489"/>
                  <a:pt x="9307" y="53494"/>
                </a:cubicBezTo>
                <a:lnTo>
                  <a:pt x="1" y="75844"/>
                </a:lnTo>
                <a:lnTo>
                  <a:pt x="30289" y="75844"/>
                </a:lnTo>
                <a:lnTo>
                  <a:pt x="30856" y="60066"/>
                </a:lnTo>
                <a:cubicBezTo>
                  <a:pt x="32224" y="60032"/>
                  <a:pt x="33591" y="59832"/>
                  <a:pt x="34926" y="59499"/>
                </a:cubicBezTo>
                <a:cubicBezTo>
                  <a:pt x="47902" y="56129"/>
                  <a:pt x="50303" y="47723"/>
                  <a:pt x="50303" y="47723"/>
                </a:cubicBezTo>
                <a:cubicBezTo>
                  <a:pt x="50303" y="47723"/>
                  <a:pt x="22050" y="24840"/>
                  <a:pt x="19081" y="11965"/>
                </a:cubicBezTo>
                <a:cubicBezTo>
                  <a:pt x="16834" y="2084"/>
                  <a:pt x="12672" y="0"/>
                  <a:pt x="10290" y="0"/>
                </a:cubicBezTo>
                <a:close/>
              </a:path>
            </a:pathLst>
          </a:custGeom>
          <a:solidFill>
            <a:srgbClr val="E5BB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4" name="Google Shape;134;p15"/>
          <p:cNvSpPr/>
          <p:nvPr/>
        </p:nvSpPr>
        <p:spPr>
          <a:xfrm>
            <a:off x="2129694" y="2351891"/>
            <a:ext cx="521064" cy="555070"/>
          </a:xfrm>
          <a:custGeom>
            <a:avLst/>
            <a:gdLst/>
            <a:ahLst/>
            <a:cxnLst/>
            <a:rect l="l" t="t" r="r" b="b"/>
            <a:pathLst>
              <a:path w="14311" h="15245" extrusionOk="0">
                <a:moveTo>
                  <a:pt x="9564" y="0"/>
                </a:moveTo>
                <a:cubicBezTo>
                  <a:pt x="8587" y="0"/>
                  <a:pt x="7664" y="385"/>
                  <a:pt x="7038" y="1149"/>
                </a:cubicBezTo>
                <a:lnTo>
                  <a:pt x="1201" y="9188"/>
                </a:lnTo>
                <a:cubicBezTo>
                  <a:pt x="0" y="10656"/>
                  <a:pt x="400" y="12924"/>
                  <a:pt x="2102" y="14292"/>
                </a:cubicBezTo>
                <a:cubicBezTo>
                  <a:pt x="2896" y="14927"/>
                  <a:pt x="3834" y="15245"/>
                  <a:pt x="4728" y="15245"/>
                </a:cubicBezTo>
                <a:cubicBezTo>
                  <a:pt x="5712" y="15245"/>
                  <a:pt x="6643" y="14860"/>
                  <a:pt x="7272" y="14091"/>
                </a:cubicBezTo>
                <a:lnTo>
                  <a:pt x="13109" y="6052"/>
                </a:lnTo>
                <a:cubicBezTo>
                  <a:pt x="14310" y="4618"/>
                  <a:pt x="13877" y="2316"/>
                  <a:pt x="12209" y="982"/>
                </a:cubicBezTo>
                <a:cubicBezTo>
                  <a:pt x="11409" y="326"/>
                  <a:pt x="10464" y="0"/>
                  <a:pt x="956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 name="Google Shape;135;p15"/>
          <p:cNvSpPr/>
          <p:nvPr/>
        </p:nvSpPr>
        <p:spPr>
          <a:xfrm>
            <a:off x="963711" y="1702615"/>
            <a:ext cx="1473258" cy="2699947"/>
          </a:xfrm>
          <a:custGeom>
            <a:avLst/>
            <a:gdLst/>
            <a:ahLst/>
            <a:cxnLst/>
            <a:rect l="l" t="t" r="r" b="b"/>
            <a:pathLst>
              <a:path w="40463" h="74154" extrusionOk="0">
                <a:moveTo>
                  <a:pt x="3369" y="1"/>
                </a:moveTo>
                <a:cubicBezTo>
                  <a:pt x="1668" y="1"/>
                  <a:pt x="267" y="1368"/>
                  <a:pt x="267" y="3103"/>
                </a:cubicBezTo>
                <a:lnTo>
                  <a:pt x="34" y="70918"/>
                </a:lnTo>
                <a:cubicBezTo>
                  <a:pt x="0" y="72653"/>
                  <a:pt x="1401" y="74054"/>
                  <a:pt x="3136" y="74054"/>
                </a:cubicBezTo>
                <a:lnTo>
                  <a:pt x="37093" y="74154"/>
                </a:lnTo>
                <a:cubicBezTo>
                  <a:pt x="38795" y="74154"/>
                  <a:pt x="40196" y="72786"/>
                  <a:pt x="40229" y="71051"/>
                </a:cubicBezTo>
                <a:lnTo>
                  <a:pt x="40462" y="3236"/>
                </a:lnTo>
                <a:cubicBezTo>
                  <a:pt x="40462" y="1502"/>
                  <a:pt x="39061" y="101"/>
                  <a:pt x="37327" y="101"/>
                </a:cubicBezTo>
                <a:lnTo>
                  <a:pt x="336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6" name="Google Shape;136;p15"/>
          <p:cNvSpPr/>
          <p:nvPr/>
        </p:nvSpPr>
        <p:spPr>
          <a:xfrm>
            <a:off x="964912" y="1926104"/>
            <a:ext cx="1470855" cy="2034372"/>
          </a:xfrm>
          <a:custGeom>
            <a:avLst/>
            <a:gdLst/>
            <a:ahLst/>
            <a:cxnLst/>
            <a:rect l="l" t="t" r="r" b="b"/>
            <a:pathLst>
              <a:path w="40397" h="55874" extrusionOk="0">
                <a:moveTo>
                  <a:pt x="201" y="0"/>
                </a:moveTo>
                <a:lnTo>
                  <a:pt x="1" y="55740"/>
                </a:lnTo>
                <a:lnTo>
                  <a:pt x="40196" y="55874"/>
                </a:lnTo>
                <a:lnTo>
                  <a:pt x="40396" y="134"/>
                </a:lnTo>
                <a:lnTo>
                  <a:pt x="201"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7" name="Google Shape;137;p15"/>
          <p:cNvSpPr/>
          <p:nvPr/>
        </p:nvSpPr>
        <p:spPr>
          <a:xfrm>
            <a:off x="1100943" y="2076699"/>
            <a:ext cx="1065175" cy="765193"/>
          </a:xfrm>
          <a:custGeom>
            <a:avLst/>
            <a:gdLst/>
            <a:ahLst/>
            <a:cxnLst/>
            <a:rect l="l" t="t" r="r" b="b"/>
            <a:pathLst>
              <a:path w="29255" h="21016" extrusionOk="0">
                <a:moveTo>
                  <a:pt x="27387" y="7639"/>
                </a:moveTo>
                <a:lnTo>
                  <a:pt x="24385" y="19415"/>
                </a:lnTo>
                <a:lnTo>
                  <a:pt x="8173" y="19415"/>
                </a:lnTo>
                <a:lnTo>
                  <a:pt x="6505" y="7639"/>
                </a:lnTo>
                <a:close/>
                <a:moveTo>
                  <a:pt x="2903" y="1"/>
                </a:moveTo>
                <a:cubicBezTo>
                  <a:pt x="1302" y="1"/>
                  <a:pt x="1" y="1302"/>
                  <a:pt x="1" y="2869"/>
                </a:cubicBezTo>
                <a:lnTo>
                  <a:pt x="1" y="4737"/>
                </a:lnTo>
                <a:cubicBezTo>
                  <a:pt x="1" y="5171"/>
                  <a:pt x="368" y="5538"/>
                  <a:pt x="801" y="5538"/>
                </a:cubicBezTo>
                <a:cubicBezTo>
                  <a:pt x="1268" y="5538"/>
                  <a:pt x="1602" y="5171"/>
                  <a:pt x="1602" y="4737"/>
                </a:cubicBezTo>
                <a:lnTo>
                  <a:pt x="1602" y="2869"/>
                </a:lnTo>
                <a:cubicBezTo>
                  <a:pt x="1602" y="2169"/>
                  <a:pt x="2202" y="1602"/>
                  <a:pt x="2903" y="1602"/>
                </a:cubicBezTo>
                <a:cubicBezTo>
                  <a:pt x="3503" y="1602"/>
                  <a:pt x="4070" y="2069"/>
                  <a:pt x="4170" y="2703"/>
                </a:cubicBezTo>
                <a:lnTo>
                  <a:pt x="6672" y="20315"/>
                </a:lnTo>
                <a:cubicBezTo>
                  <a:pt x="6739" y="20715"/>
                  <a:pt x="7072" y="21016"/>
                  <a:pt x="7473" y="21016"/>
                </a:cubicBezTo>
                <a:lnTo>
                  <a:pt x="25018" y="21016"/>
                </a:lnTo>
                <a:cubicBezTo>
                  <a:pt x="25385" y="21016"/>
                  <a:pt x="25686" y="20749"/>
                  <a:pt x="25786" y="20382"/>
                </a:cubicBezTo>
                <a:lnTo>
                  <a:pt x="29188" y="7039"/>
                </a:lnTo>
                <a:cubicBezTo>
                  <a:pt x="29255" y="6805"/>
                  <a:pt x="29188" y="6539"/>
                  <a:pt x="29055" y="6338"/>
                </a:cubicBezTo>
                <a:cubicBezTo>
                  <a:pt x="28888" y="6138"/>
                  <a:pt x="28654" y="6038"/>
                  <a:pt x="28421" y="6038"/>
                </a:cubicBezTo>
                <a:lnTo>
                  <a:pt x="6272" y="6038"/>
                </a:lnTo>
                <a:lnTo>
                  <a:pt x="5738" y="2469"/>
                </a:lnTo>
                <a:cubicBezTo>
                  <a:pt x="5538" y="1068"/>
                  <a:pt x="4304" y="1"/>
                  <a:pt x="2903"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 name="Google Shape;138;p15"/>
          <p:cNvSpPr/>
          <p:nvPr/>
        </p:nvSpPr>
        <p:spPr>
          <a:xfrm>
            <a:off x="1517555" y="2302518"/>
            <a:ext cx="112980" cy="539378"/>
          </a:xfrm>
          <a:custGeom>
            <a:avLst/>
            <a:gdLst/>
            <a:ahLst/>
            <a:cxnLst/>
            <a:rect l="l" t="t" r="r" b="b"/>
            <a:pathLst>
              <a:path w="3103" h="14814" extrusionOk="0">
                <a:moveTo>
                  <a:pt x="798" y="1"/>
                </a:moveTo>
                <a:cubicBezTo>
                  <a:pt x="777" y="1"/>
                  <a:pt x="756" y="2"/>
                  <a:pt x="734" y="3"/>
                </a:cubicBezTo>
                <a:cubicBezTo>
                  <a:pt x="300" y="70"/>
                  <a:pt x="0" y="470"/>
                  <a:pt x="33" y="904"/>
                </a:cubicBezTo>
                <a:lnTo>
                  <a:pt x="1468" y="14080"/>
                </a:lnTo>
                <a:cubicBezTo>
                  <a:pt x="1501" y="14513"/>
                  <a:pt x="1868" y="14814"/>
                  <a:pt x="2268" y="14814"/>
                </a:cubicBezTo>
                <a:lnTo>
                  <a:pt x="2368" y="14814"/>
                </a:lnTo>
                <a:cubicBezTo>
                  <a:pt x="2802" y="14747"/>
                  <a:pt x="3102" y="14347"/>
                  <a:pt x="3069" y="13913"/>
                </a:cubicBezTo>
                <a:lnTo>
                  <a:pt x="1635" y="737"/>
                </a:lnTo>
                <a:cubicBezTo>
                  <a:pt x="1603" y="323"/>
                  <a:pt x="1237" y="1"/>
                  <a:pt x="79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 name="Google Shape;139;p15"/>
          <p:cNvSpPr/>
          <p:nvPr/>
        </p:nvSpPr>
        <p:spPr>
          <a:xfrm>
            <a:off x="1784738" y="2302518"/>
            <a:ext cx="106936" cy="539378"/>
          </a:xfrm>
          <a:custGeom>
            <a:avLst/>
            <a:gdLst/>
            <a:ahLst/>
            <a:cxnLst/>
            <a:rect l="l" t="t" r="r" b="b"/>
            <a:pathLst>
              <a:path w="2937" h="14814" extrusionOk="0">
                <a:moveTo>
                  <a:pt x="2109" y="1"/>
                </a:moveTo>
                <a:cubicBezTo>
                  <a:pt x="1699" y="1"/>
                  <a:pt x="1333" y="323"/>
                  <a:pt x="1302" y="737"/>
                </a:cubicBezTo>
                <a:lnTo>
                  <a:pt x="34" y="13913"/>
                </a:lnTo>
                <a:cubicBezTo>
                  <a:pt x="1" y="14380"/>
                  <a:pt x="334" y="14747"/>
                  <a:pt x="768" y="14814"/>
                </a:cubicBezTo>
                <a:lnTo>
                  <a:pt x="835" y="14814"/>
                </a:lnTo>
                <a:cubicBezTo>
                  <a:pt x="1235" y="14814"/>
                  <a:pt x="1602" y="14480"/>
                  <a:pt x="1635" y="14080"/>
                </a:cubicBezTo>
                <a:lnTo>
                  <a:pt x="2903" y="904"/>
                </a:lnTo>
                <a:cubicBezTo>
                  <a:pt x="2936" y="437"/>
                  <a:pt x="2603" y="70"/>
                  <a:pt x="2169" y="3"/>
                </a:cubicBezTo>
                <a:cubicBezTo>
                  <a:pt x="2149" y="2"/>
                  <a:pt x="2129" y="1"/>
                  <a:pt x="210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 name="Google Shape;140;p15"/>
          <p:cNvSpPr/>
          <p:nvPr/>
        </p:nvSpPr>
        <p:spPr>
          <a:xfrm>
            <a:off x="1325634" y="2459302"/>
            <a:ext cx="772475" cy="58329"/>
          </a:xfrm>
          <a:custGeom>
            <a:avLst/>
            <a:gdLst/>
            <a:ahLst/>
            <a:cxnLst/>
            <a:rect l="l" t="t" r="r" b="b"/>
            <a:pathLst>
              <a:path w="21216" h="1602" extrusionOk="0">
                <a:moveTo>
                  <a:pt x="801" y="0"/>
                </a:moveTo>
                <a:cubicBezTo>
                  <a:pt x="334" y="0"/>
                  <a:pt x="1" y="367"/>
                  <a:pt x="1" y="801"/>
                </a:cubicBezTo>
                <a:cubicBezTo>
                  <a:pt x="1" y="1268"/>
                  <a:pt x="334" y="1601"/>
                  <a:pt x="801" y="1601"/>
                </a:cubicBezTo>
                <a:lnTo>
                  <a:pt x="20415" y="1601"/>
                </a:lnTo>
                <a:cubicBezTo>
                  <a:pt x="20849" y="1601"/>
                  <a:pt x="21216" y="1268"/>
                  <a:pt x="21216" y="801"/>
                </a:cubicBezTo>
                <a:cubicBezTo>
                  <a:pt x="21216" y="367"/>
                  <a:pt x="20849" y="0"/>
                  <a:pt x="2041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 name="Google Shape;141;p15"/>
          <p:cNvSpPr/>
          <p:nvPr/>
        </p:nvSpPr>
        <p:spPr>
          <a:xfrm>
            <a:off x="1345077" y="2617179"/>
            <a:ext cx="733625" cy="58329"/>
          </a:xfrm>
          <a:custGeom>
            <a:avLst/>
            <a:gdLst/>
            <a:ahLst/>
            <a:cxnLst/>
            <a:rect l="l" t="t" r="r" b="b"/>
            <a:pathLst>
              <a:path w="20149" h="1602" extrusionOk="0">
                <a:moveTo>
                  <a:pt x="801" y="1"/>
                </a:moveTo>
                <a:cubicBezTo>
                  <a:pt x="367" y="1"/>
                  <a:pt x="0" y="334"/>
                  <a:pt x="0" y="801"/>
                </a:cubicBezTo>
                <a:cubicBezTo>
                  <a:pt x="0" y="1235"/>
                  <a:pt x="367" y="1602"/>
                  <a:pt x="801" y="1602"/>
                </a:cubicBezTo>
                <a:lnTo>
                  <a:pt x="19348" y="1602"/>
                </a:lnTo>
                <a:cubicBezTo>
                  <a:pt x="19781" y="1602"/>
                  <a:pt x="20148" y="1235"/>
                  <a:pt x="20148" y="801"/>
                </a:cubicBezTo>
                <a:cubicBezTo>
                  <a:pt x="20148" y="334"/>
                  <a:pt x="19781" y="1"/>
                  <a:pt x="1934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 name="Google Shape;142;p15"/>
          <p:cNvSpPr/>
          <p:nvPr/>
        </p:nvSpPr>
        <p:spPr>
          <a:xfrm>
            <a:off x="1453181" y="2871035"/>
            <a:ext cx="166430" cy="166430"/>
          </a:xfrm>
          <a:custGeom>
            <a:avLst/>
            <a:gdLst/>
            <a:ahLst/>
            <a:cxnLst/>
            <a:rect l="l" t="t" r="r" b="b"/>
            <a:pathLst>
              <a:path w="4571" h="4571" extrusionOk="0">
                <a:moveTo>
                  <a:pt x="2302" y="1601"/>
                </a:moveTo>
                <a:cubicBezTo>
                  <a:pt x="2669" y="1601"/>
                  <a:pt x="2969" y="1902"/>
                  <a:pt x="2969" y="2269"/>
                </a:cubicBezTo>
                <a:cubicBezTo>
                  <a:pt x="2969" y="2635"/>
                  <a:pt x="2669" y="2936"/>
                  <a:pt x="2302" y="2936"/>
                </a:cubicBezTo>
                <a:cubicBezTo>
                  <a:pt x="1935" y="2936"/>
                  <a:pt x="1635" y="2635"/>
                  <a:pt x="1635" y="2269"/>
                </a:cubicBezTo>
                <a:cubicBezTo>
                  <a:pt x="1635" y="1902"/>
                  <a:pt x="1935" y="1601"/>
                  <a:pt x="2302" y="1601"/>
                </a:cubicBezTo>
                <a:close/>
                <a:moveTo>
                  <a:pt x="2302" y="0"/>
                </a:moveTo>
                <a:cubicBezTo>
                  <a:pt x="1034" y="0"/>
                  <a:pt x="0" y="1034"/>
                  <a:pt x="0" y="2269"/>
                </a:cubicBezTo>
                <a:cubicBezTo>
                  <a:pt x="0" y="3536"/>
                  <a:pt x="1034" y="4570"/>
                  <a:pt x="2302" y="4570"/>
                </a:cubicBezTo>
                <a:cubicBezTo>
                  <a:pt x="3536" y="4570"/>
                  <a:pt x="4570" y="3536"/>
                  <a:pt x="4570" y="2269"/>
                </a:cubicBezTo>
                <a:cubicBezTo>
                  <a:pt x="4570" y="1034"/>
                  <a:pt x="3536" y="0"/>
                  <a:pt x="230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 name="Google Shape;143;p15"/>
          <p:cNvSpPr/>
          <p:nvPr/>
        </p:nvSpPr>
        <p:spPr>
          <a:xfrm>
            <a:off x="1790818" y="2871035"/>
            <a:ext cx="166430" cy="166430"/>
          </a:xfrm>
          <a:custGeom>
            <a:avLst/>
            <a:gdLst/>
            <a:ahLst/>
            <a:cxnLst/>
            <a:rect l="l" t="t" r="r" b="b"/>
            <a:pathLst>
              <a:path w="4571" h="4571" extrusionOk="0">
                <a:moveTo>
                  <a:pt x="2269" y="1601"/>
                </a:moveTo>
                <a:cubicBezTo>
                  <a:pt x="2636" y="1601"/>
                  <a:pt x="2936" y="1902"/>
                  <a:pt x="2936" y="2269"/>
                </a:cubicBezTo>
                <a:cubicBezTo>
                  <a:pt x="2936" y="2635"/>
                  <a:pt x="2636" y="2936"/>
                  <a:pt x="2269" y="2936"/>
                </a:cubicBezTo>
                <a:cubicBezTo>
                  <a:pt x="1902" y="2936"/>
                  <a:pt x="1602" y="2635"/>
                  <a:pt x="1602" y="2269"/>
                </a:cubicBezTo>
                <a:cubicBezTo>
                  <a:pt x="1602" y="1902"/>
                  <a:pt x="1902" y="1601"/>
                  <a:pt x="2269" y="1601"/>
                </a:cubicBezTo>
                <a:close/>
                <a:moveTo>
                  <a:pt x="2269" y="0"/>
                </a:moveTo>
                <a:cubicBezTo>
                  <a:pt x="1035" y="0"/>
                  <a:pt x="0" y="1034"/>
                  <a:pt x="0" y="2269"/>
                </a:cubicBezTo>
                <a:cubicBezTo>
                  <a:pt x="0" y="3536"/>
                  <a:pt x="1035" y="4570"/>
                  <a:pt x="2269" y="4570"/>
                </a:cubicBezTo>
                <a:cubicBezTo>
                  <a:pt x="3536" y="4570"/>
                  <a:pt x="4570" y="3536"/>
                  <a:pt x="4537" y="2269"/>
                </a:cubicBezTo>
                <a:cubicBezTo>
                  <a:pt x="4537" y="1034"/>
                  <a:pt x="3536" y="0"/>
                  <a:pt x="226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4" name="Google Shape;144;p15"/>
          <p:cNvSpPr/>
          <p:nvPr/>
        </p:nvSpPr>
        <p:spPr>
          <a:xfrm>
            <a:off x="1100943" y="3333779"/>
            <a:ext cx="1200001" cy="414200"/>
          </a:xfrm>
          <a:custGeom>
            <a:avLst/>
            <a:gdLst/>
            <a:ahLst/>
            <a:cxnLst/>
            <a:rect l="l" t="t" r="r" b="b"/>
            <a:pathLst>
              <a:path w="32958" h="11376" extrusionOk="0">
                <a:moveTo>
                  <a:pt x="2035" y="0"/>
                </a:moveTo>
                <a:cubicBezTo>
                  <a:pt x="901" y="0"/>
                  <a:pt x="1" y="901"/>
                  <a:pt x="1" y="2035"/>
                </a:cubicBezTo>
                <a:lnTo>
                  <a:pt x="1" y="9340"/>
                </a:lnTo>
                <a:cubicBezTo>
                  <a:pt x="1" y="10474"/>
                  <a:pt x="901" y="11375"/>
                  <a:pt x="2035" y="11375"/>
                </a:cubicBezTo>
                <a:lnTo>
                  <a:pt x="30923" y="11375"/>
                </a:lnTo>
                <a:cubicBezTo>
                  <a:pt x="32023" y="11375"/>
                  <a:pt x="32957" y="10474"/>
                  <a:pt x="32957" y="9340"/>
                </a:cubicBezTo>
                <a:lnTo>
                  <a:pt x="32957" y="2035"/>
                </a:lnTo>
                <a:cubicBezTo>
                  <a:pt x="32957" y="901"/>
                  <a:pt x="32023" y="0"/>
                  <a:pt x="3092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5" name="Google Shape;145;p15"/>
          <p:cNvSpPr/>
          <p:nvPr/>
        </p:nvSpPr>
        <p:spPr>
          <a:xfrm>
            <a:off x="1510237" y="1796154"/>
            <a:ext cx="400838" cy="32805"/>
          </a:xfrm>
          <a:custGeom>
            <a:avLst/>
            <a:gdLst/>
            <a:ahLst/>
            <a:cxnLst/>
            <a:rect l="l" t="t" r="r" b="b"/>
            <a:pathLst>
              <a:path w="11009" h="901" extrusionOk="0">
                <a:moveTo>
                  <a:pt x="401" y="0"/>
                </a:moveTo>
                <a:cubicBezTo>
                  <a:pt x="168" y="0"/>
                  <a:pt x="1" y="200"/>
                  <a:pt x="1" y="434"/>
                </a:cubicBezTo>
                <a:cubicBezTo>
                  <a:pt x="1" y="667"/>
                  <a:pt x="168" y="867"/>
                  <a:pt x="401" y="867"/>
                </a:cubicBezTo>
                <a:lnTo>
                  <a:pt x="10575" y="901"/>
                </a:lnTo>
                <a:cubicBezTo>
                  <a:pt x="10809" y="901"/>
                  <a:pt x="11009" y="701"/>
                  <a:pt x="11009" y="467"/>
                </a:cubicBezTo>
                <a:cubicBezTo>
                  <a:pt x="11009" y="234"/>
                  <a:pt x="10809" y="67"/>
                  <a:pt x="10575" y="33"/>
                </a:cubicBezTo>
                <a:lnTo>
                  <a:pt x="401"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6" name="Google Shape;146;p15"/>
          <p:cNvSpPr/>
          <p:nvPr/>
        </p:nvSpPr>
        <p:spPr>
          <a:xfrm>
            <a:off x="1550325" y="4034539"/>
            <a:ext cx="291535" cy="290370"/>
          </a:xfrm>
          <a:custGeom>
            <a:avLst/>
            <a:gdLst/>
            <a:ahLst/>
            <a:cxnLst/>
            <a:rect l="l" t="t" r="r" b="b"/>
            <a:pathLst>
              <a:path w="8007" h="7975" extrusionOk="0">
                <a:moveTo>
                  <a:pt x="3977" y="1"/>
                </a:moveTo>
                <a:cubicBezTo>
                  <a:pt x="1803" y="1"/>
                  <a:pt x="34" y="1789"/>
                  <a:pt x="1" y="3971"/>
                </a:cubicBezTo>
                <a:cubicBezTo>
                  <a:pt x="1" y="6173"/>
                  <a:pt x="1802" y="7974"/>
                  <a:pt x="4004" y="7974"/>
                </a:cubicBezTo>
                <a:cubicBezTo>
                  <a:pt x="4024" y="7974"/>
                  <a:pt x="4044" y="7974"/>
                  <a:pt x="4064" y="7974"/>
                </a:cubicBezTo>
                <a:cubicBezTo>
                  <a:pt x="6238" y="7974"/>
                  <a:pt x="8006" y="6186"/>
                  <a:pt x="8006" y="4004"/>
                </a:cubicBezTo>
                <a:cubicBezTo>
                  <a:pt x="8006" y="1803"/>
                  <a:pt x="6239" y="1"/>
                  <a:pt x="4037" y="1"/>
                </a:cubicBezTo>
                <a:cubicBezTo>
                  <a:pt x="4017" y="1"/>
                  <a:pt x="3997" y="1"/>
                  <a:pt x="3977" y="1"/>
                </a:cubicBezTo>
                <a:close/>
              </a:path>
            </a:pathLst>
          </a:custGeom>
          <a:solidFill>
            <a:srgbClr val="C9D6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 name="Google Shape;147;p15"/>
          <p:cNvSpPr/>
          <p:nvPr/>
        </p:nvSpPr>
        <p:spPr>
          <a:xfrm>
            <a:off x="1550325" y="4034539"/>
            <a:ext cx="291535" cy="290370"/>
          </a:xfrm>
          <a:custGeom>
            <a:avLst/>
            <a:gdLst/>
            <a:ahLst/>
            <a:cxnLst/>
            <a:rect l="l" t="t" r="r" b="b"/>
            <a:pathLst>
              <a:path w="8007" h="7975" extrusionOk="0">
                <a:moveTo>
                  <a:pt x="3977" y="1"/>
                </a:moveTo>
                <a:cubicBezTo>
                  <a:pt x="1803" y="1"/>
                  <a:pt x="34" y="1789"/>
                  <a:pt x="1" y="3971"/>
                </a:cubicBezTo>
                <a:cubicBezTo>
                  <a:pt x="1" y="6173"/>
                  <a:pt x="1802" y="7974"/>
                  <a:pt x="4004" y="7974"/>
                </a:cubicBezTo>
                <a:cubicBezTo>
                  <a:pt x="4024" y="7974"/>
                  <a:pt x="4044" y="7974"/>
                  <a:pt x="4064" y="7974"/>
                </a:cubicBezTo>
                <a:cubicBezTo>
                  <a:pt x="6238" y="7974"/>
                  <a:pt x="8006" y="6186"/>
                  <a:pt x="8006" y="4004"/>
                </a:cubicBezTo>
                <a:cubicBezTo>
                  <a:pt x="8006" y="1803"/>
                  <a:pt x="6239" y="1"/>
                  <a:pt x="4037" y="1"/>
                </a:cubicBezTo>
                <a:cubicBezTo>
                  <a:pt x="4017" y="1"/>
                  <a:pt x="3997" y="1"/>
                  <a:pt x="3977"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 name="Google Shape;148;p15"/>
          <p:cNvSpPr/>
          <p:nvPr/>
        </p:nvSpPr>
        <p:spPr>
          <a:xfrm>
            <a:off x="1586772" y="4069785"/>
            <a:ext cx="219880" cy="218678"/>
          </a:xfrm>
          <a:custGeom>
            <a:avLst/>
            <a:gdLst/>
            <a:ahLst/>
            <a:cxnLst/>
            <a:rect l="l" t="t" r="r" b="b"/>
            <a:pathLst>
              <a:path w="6039" h="6006" extrusionOk="0">
                <a:moveTo>
                  <a:pt x="3036" y="1"/>
                </a:moveTo>
                <a:cubicBezTo>
                  <a:pt x="1368" y="1"/>
                  <a:pt x="0" y="1335"/>
                  <a:pt x="0" y="3003"/>
                </a:cubicBezTo>
                <a:cubicBezTo>
                  <a:pt x="0" y="4671"/>
                  <a:pt x="1335" y="6005"/>
                  <a:pt x="3003" y="6005"/>
                </a:cubicBezTo>
                <a:cubicBezTo>
                  <a:pt x="3023" y="6006"/>
                  <a:pt x="3043" y="6006"/>
                  <a:pt x="3064" y="6006"/>
                </a:cubicBezTo>
                <a:cubicBezTo>
                  <a:pt x="4703" y="6006"/>
                  <a:pt x="6005" y="4684"/>
                  <a:pt x="6005" y="3036"/>
                </a:cubicBezTo>
                <a:cubicBezTo>
                  <a:pt x="6038" y="1368"/>
                  <a:pt x="4670" y="34"/>
                  <a:pt x="303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 name="Google Shape;149;p15"/>
          <p:cNvSpPr/>
          <p:nvPr/>
        </p:nvSpPr>
        <p:spPr>
          <a:xfrm>
            <a:off x="2155181" y="2727358"/>
            <a:ext cx="598799" cy="500201"/>
          </a:xfrm>
          <a:custGeom>
            <a:avLst/>
            <a:gdLst/>
            <a:ahLst/>
            <a:cxnLst/>
            <a:rect l="l" t="t" r="r" b="b"/>
            <a:pathLst>
              <a:path w="16446" h="13738" extrusionOk="0">
                <a:moveTo>
                  <a:pt x="11947" y="1"/>
                </a:moveTo>
                <a:cubicBezTo>
                  <a:pt x="11284" y="1"/>
                  <a:pt x="10643" y="197"/>
                  <a:pt x="10108" y="611"/>
                </a:cubicBezTo>
                <a:lnTo>
                  <a:pt x="1668" y="6882"/>
                </a:lnTo>
                <a:cubicBezTo>
                  <a:pt x="167" y="8016"/>
                  <a:pt x="1" y="10317"/>
                  <a:pt x="1302" y="12052"/>
                </a:cubicBezTo>
                <a:cubicBezTo>
                  <a:pt x="2123" y="13148"/>
                  <a:pt x="3331" y="13738"/>
                  <a:pt x="4488" y="13738"/>
                </a:cubicBezTo>
                <a:cubicBezTo>
                  <a:pt x="5162" y="13738"/>
                  <a:pt x="5819" y="13537"/>
                  <a:pt x="6372" y="13119"/>
                </a:cubicBezTo>
                <a:lnTo>
                  <a:pt x="14778" y="6848"/>
                </a:lnTo>
                <a:cubicBezTo>
                  <a:pt x="16279" y="5714"/>
                  <a:pt x="16446" y="3413"/>
                  <a:pt x="15145" y="1678"/>
                </a:cubicBezTo>
                <a:cubicBezTo>
                  <a:pt x="14318" y="597"/>
                  <a:pt x="13101" y="1"/>
                  <a:pt x="11947" y="1"/>
                </a:cubicBezTo>
                <a:close/>
              </a:path>
            </a:pathLst>
          </a:custGeom>
          <a:solidFill>
            <a:srgbClr val="E5BB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 name="Google Shape;150;p15"/>
          <p:cNvSpPr/>
          <p:nvPr/>
        </p:nvSpPr>
        <p:spPr>
          <a:xfrm>
            <a:off x="2201350" y="3027382"/>
            <a:ext cx="597561" cy="500164"/>
          </a:xfrm>
          <a:custGeom>
            <a:avLst/>
            <a:gdLst/>
            <a:ahLst/>
            <a:cxnLst/>
            <a:rect l="l" t="t" r="r" b="b"/>
            <a:pathLst>
              <a:path w="16412" h="13737" extrusionOk="0">
                <a:moveTo>
                  <a:pt x="11936" y="0"/>
                </a:moveTo>
                <a:cubicBezTo>
                  <a:pt x="11271" y="0"/>
                  <a:pt x="10621" y="196"/>
                  <a:pt x="10074" y="610"/>
                </a:cubicBezTo>
                <a:lnTo>
                  <a:pt x="1635" y="6881"/>
                </a:lnTo>
                <a:cubicBezTo>
                  <a:pt x="134" y="8015"/>
                  <a:pt x="0" y="10317"/>
                  <a:pt x="1301" y="12051"/>
                </a:cubicBezTo>
                <a:cubicBezTo>
                  <a:pt x="2102" y="13147"/>
                  <a:pt x="3302" y="13737"/>
                  <a:pt x="4456" y="13737"/>
                </a:cubicBezTo>
                <a:cubicBezTo>
                  <a:pt x="5128" y="13737"/>
                  <a:pt x="5785" y="13536"/>
                  <a:pt x="6338" y="13119"/>
                </a:cubicBezTo>
                <a:lnTo>
                  <a:pt x="14777" y="6848"/>
                </a:lnTo>
                <a:cubicBezTo>
                  <a:pt x="16278" y="5713"/>
                  <a:pt x="16412" y="3412"/>
                  <a:pt x="15111" y="1677"/>
                </a:cubicBezTo>
                <a:cubicBezTo>
                  <a:pt x="14306" y="596"/>
                  <a:pt x="13096" y="0"/>
                  <a:pt x="11936" y="0"/>
                </a:cubicBezTo>
                <a:close/>
              </a:path>
            </a:pathLst>
          </a:custGeom>
          <a:solidFill>
            <a:srgbClr val="E5BB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 name="Google Shape;151;p15"/>
          <p:cNvSpPr/>
          <p:nvPr/>
        </p:nvSpPr>
        <p:spPr>
          <a:xfrm>
            <a:off x="2253563" y="3390507"/>
            <a:ext cx="518660" cy="445185"/>
          </a:xfrm>
          <a:custGeom>
            <a:avLst/>
            <a:gdLst/>
            <a:ahLst/>
            <a:cxnLst/>
            <a:rect l="l" t="t" r="r" b="b"/>
            <a:pathLst>
              <a:path w="14245" h="12227" extrusionOk="0">
                <a:moveTo>
                  <a:pt x="9736" y="1"/>
                </a:moveTo>
                <a:cubicBezTo>
                  <a:pt x="9069" y="1"/>
                  <a:pt x="8420" y="197"/>
                  <a:pt x="7873" y="611"/>
                </a:cubicBezTo>
                <a:lnTo>
                  <a:pt x="1668" y="5381"/>
                </a:lnTo>
                <a:cubicBezTo>
                  <a:pt x="167" y="6515"/>
                  <a:pt x="1" y="8816"/>
                  <a:pt x="1301" y="10518"/>
                </a:cubicBezTo>
                <a:cubicBezTo>
                  <a:pt x="2130" y="11622"/>
                  <a:pt x="3351" y="12227"/>
                  <a:pt x="4516" y="12227"/>
                </a:cubicBezTo>
                <a:cubicBezTo>
                  <a:pt x="5181" y="12227"/>
                  <a:pt x="5827" y="12030"/>
                  <a:pt x="6372" y="11618"/>
                </a:cubicBezTo>
                <a:lnTo>
                  <a:pt x="12576" y="6848"/>
                </a:lnTo>
                <a:cubicBezTo>
                  <a:pt x="14077" y="5714"/>
                  <a:pt x="14244" y="3413"/>
                  <a:pt x="12943" y="1678"/>
                </a:cubicBezTo>
                <a:cubicBezTo>
                  <a:pt x="12116" y="597"/>
                  <a:pt x="10899" y="1"/>
                  <a:pt x="9736" y="1"/>
                </a:cubicBezTo>
                <a:close/>
              </a:path>
            </a:pathLst>
          </a:custGeom>
          <a:solidFill>
            <a:srgbClr val="E5BB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 name="Google Shape;152;p15"/>
          <p:cNvSpPr/>
          <p:nvPr/>
        </p:nvSpPr>
        <p:spPr>
          <a:xfrm>
            <a:off x="2157621" y="2346575"/>
            <a:ext cx="489496" cy="420353"/>
          </a:xfrm>
          <a:custGeom>
            <a:avLst/>
            <a:gdLst/>
            <a:ahLst/>
            <a:cxnLst/>
            <a:rect l="l" t="t" r="r" b="b"/>
            <a:pathLst>
              <a:path w="13444" h="11545" extrusionOk="0">
                <a:moveTo>
                  <a:pt x="8940" y="1"/>
                </a:moveTo>
                <a:cubicBezTo>
                  <a:pt x="8279" y="1"/>
                  <a:pt x="7639" y="194"/>
                  <a:pt x="7105" y="594"/>
                </a:cubicBezTo>
                <a:lnTo>
                  <a:pt x="1635" y="4697"/>
                </a:lnTo>
                <a:cubicBezTo>
                  <a:pt x="167" y="5831"/>
                  <a:pt x="0" y="8133"/>
                  <a:pt x="1301" y="9868"/>
                </a:cubicBezTo>
                <a:cubicBezTo>
                  <a:pt x="2128" y="10949"/>
                  <a:pt x="3332" y="11545"/>
                  <a:pt x="4485" y="11545"/>
                </a:cubicBezTo>
                <a:cubicBezTo>
                  <a:pt x="5146" y="11545"/>
                  <a:pt x="5791" y="11349"/>
                  <a:pt x="6338" y="10935"/>
                </a:cubicBezTo>
                <a:lnTo>
                  <a:pt x="11775" y="6832"/>
                </a:lnTo>
                <a:cubicBezTo>
                  <a:pt x="13276" y="5698"/>
                  <a:pt x="13443" y="3396"/>
                  <a:pt x="12142" y="1695"/>
                </a:cubicBezTo>
                <a:cubicBezTo>
                  <a:pt x="11315" y="591"/>
                  <a:pt x="10095" y="1"/>
                  <a:pt x="8940" y="1"/>
                </a:cubicBezTo>
                <a:close/>
              </a:path>
            </a:pathLst>
          </a:custGeom>
          <a:solidFill>
            <a:srgbClr val="E5BB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 name="Google Shape;153;p15"/>
          <p:cNvSpPr/>
          <p:nvPr/>
        </p:nvSpPr>
        <p:spPr>
          <a:xfrm>
            <a:off x="919981" y="2424057"/>
            <a:ext cx="174914" cy="642527"/>
          </a:xfrm>
          <a:custGeom>
            <a:avLst/>
            <a:gdLst/>
            <a:ahLst/>
            <a:cxnLst/>
            <a:rect l="l" t="t" r="r" b="b"/>
            <a:pathLst>
              <a:path w="4804" h="17647" extrusionOk="0">
                <a:moveTo>
                  <a:pt x="801" y="1"/>
                </a:moveTo>
                <a:lnTo>
                  <a:pt x="0" y="7073"/>
                </a:lnTo>
                <a:lnTo>
                  <a:pt x="1335" y="17647"/>
                </a:lnTo>
                <a:cubicBezTo>
                  <a:pt x="1335" y="17647"/>
                  <a:pt x="4804" y="11042"/>
                  <a:pt x="4303" y="6772"/>
                </a:cubicBezTo>
                <a:cubicBezTo>
                  <a:pt x="3836" y="2503"/>
                  <a:pt x="801" y="1"/>
                  <a:pt x="801" y="1"/>
                </a:cubicBezTo>
                <a:close/>
              </a:path>
            </a:pathLst>
          </a:custGeom>
          <a:solidFill>
            <a:srgbClr val="E5BB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 name="Google Shape;154;p15"/>
          <p:cNvSpPr/>
          <p:nvPr/>
        </p:nvSpPr>
        <p:spPr>
          <a:xfrm>
            <a:off x="1524843" y="1504504"/>
            <a:ext cx="342509" cy="124049"/>
          </a:xfrm>
          <a:custGeom>
            <a:avLst/>
            <a:gdLst/>
            <a:ahLst/>
            <a:cxnLst/>
            <a:rect l="l" t="t" r="r" b="b"/>
            <a:pathLst>
              <a:path w="9407" h="3407" extrusionOk="0">
                <a:moveTo>
                  <a:pt x="4707" y="0"/>
                </a:moveTo>
                <a:cubicBezTo>
                  <a:pt x="3130" y="0"/>
                  <a:pt x="1555" y="601"/>
                  <a:pt x="367" y="1806"/>
                </a:cubicBezTo>
                <a:cubicBezTo>
                  <a:pt x="0" y="2173"/>
                  <a:pt x="0" y="2773"/>
                  <a:pt x="367" y="3140"/>
                </a:cubicBezTo>
                <a:cubicBezTo>
                  <a:pt x="567" y="3307"/>
                  <a:pt x="801" y="3407"/>
                  <a:pt x="1034" y="3407"/>
                </a:cubicBezTo>
                <a:cubicBezTo>
                  <a:pt x="1268" y="3407"/>
                  <a:pt x="1535" y="3307"/>
                  <a:pt x="1701" y="3140"/>
                </a:cubicBezTo>
                <a:cubicBezTo>
                  <a:pt x="2523" y="2302"/>
                  <a:pt x="3614" y="1885"/>
                  <a:pt x="4707" y="1885"/>
                </a:cubicBezTo>
                <a:cubicBezTo>
                  <a:pt x="5790" y="1885"/>
                  <a:pt x="6876" y="2293"/>
                  <a:pt x="7706" y="3107"/>
                </a:cubicBezTo>
                <a:cubicBezTo>
                  <a:pt x="7889" y="3290"/>
                  <a:pt x="8131" y="3382"/>
                  <a:pt x="8373" y="3382"/>
                </a:cubicBezTo>
                <a:cubicBezTo>
                  <a:pt x="8615" y="3382"/>
                  <a:pt x="8856" y="3290"/>
                  <a:pt x="9040" y="3107"/>
                </a:cubicBezTo>
                <a:cubicBezTo>
                  <a:pt x="9407" y="2740"/>
                  <a:pt x="9407" y="2139"/>
                  <a:pt x="9040" y="1772"/>
                </a:cubicBezTo>
                <a:cubicBezTo>
                  <a:pt x="7843" y="592"/>
                  <a:pt x="6274" y="0"/>
                  <a:pt x="470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 name="Google Shape;155;p15"/>
          <p:cNvSpPr/>
          <p:nvPr/>
        </p:nvSpPr>
        <p:spPr>
          <a:xfrm>
            <a:off x="1162901" y="1106280"/>
            <a:ext cx="1066376" cy="275733"/>
          </a:xfrm>
          <a:custGeom>
            <a:avLst/>
            <a:gdLst/>
            <a:ahLst/>
            <a:cxnLst/>
            <a:rect l="l" t="t" r="r" b="b"/>
            <a:pathLst>
              <a:path w="29288" h="7573" extrusionOk="0">
                <a:moveTo>
                  <a:pt x="14644" y="0"/>
                </a:moveTo>
                <a:cubicBezTo>
                  <a:pt x="9240" y="0"/>
                  <a:pt x="4170" y="2135"/>
                  <a:pt x="367" y="5938"/>
                </a:cubicBezTo>
                <a:cubicBezTo>
                  <a:pt x="0" y="6305"/>
                  <a:pt x="0" y="6905"/>
                  <a:pt x="367" y="7305"/>
                </a:cubicBezTo>
                <a:cubicBezTo>
                  <a:pt x="567" y="7472"/>
                  <a:pt x="801" y="7572"/>
                  <a:pt x="1034" y="7572"/>
                </a:cubicBezTo>
                <a:cubicBezTo>
                  <a:pt x="1268" y="7572"/>
                  <a:pt x="1535" y="7472"/>
                  <a:pt x="1702" y="7272"/>
                </a:cubicBezTo>
                <a:cubicBezTo>
                  <a:pt x="5137" y="3803"/>
                  <a:pt x="9741" y="1902"/>
                  <a:pt x="14644" y="1902"/>
                </a:cubicBezTo>
                <a:lnTo>
                  <a:pt x="14677" y="1902"/>
                </a:lnTo>
                <a:cubicBezTo>
                  <a:pt x="19548" y="1902"/>
                  <a:pt x="24151" y="3770"/>
                  <a:pt x="27587" y="7205"/>
                </a:cubicBezTo>
                <a:cubicBezTo>
                  <a:pt x="27770" y="7389"/>
                  <a:pt x="28012" y="7481"/>
                  <a:pt x="28254" y="7481"/>
                </a:cubicBezTo>
                <a:cubicBezTo>
                  <a:pt x="28496" y="7481"/>
                  <a:pt x="28738" y="7389"/>
                  <a:pt x="28921" y="7205"/>
                </a:cubicBezTo>
                <a:cubicBezTo>
                  <a:pt x="29288" y="6838"/>
                  <a:pt x="29288" y="6238"/>
                  <a:pt x="28921" y="5871"/>
                </a:cubicBezTo>
                <a:cubicBezTo>
                  <a:pt x="25118" y="2068"/>
                  <a:pt x="20048" y="0"/>
                  <a:pt x="1464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5"/>
          <p:cNvSpPr/>
          <p:nvPr/>
        </p:nvSpPr>
        <p:spPr>
          <a:xfrm>
            <a:off x="1346903" y="1305447"/>
            <a:ext cx="698380" cy="198034"/>
          </a:xfrm>
          <a:custGeom>
            <a:avLst/>
            <a:gdLst/>
            <a:ahLst/>
            <a:cxnLst/>
            <a:rect l="l" t="t" r="r" b="b"/>
            <a:pathLst>
              <a:path w="19181" h="5439" extrusionOk="0">
                <a:moveTo>
                  <a:pt x="9611" y="1"/>
                </a:moveTo>
                <a:cubicBezTo>
                  <a:pt x="6260" y="1"/>
                  <a:pt x="2911" y="1277"/>
                  <a:pt x="368" y="3837"/>
                </a:cubicBezTo>
                <a:cubicBezTo>
                  <a:pt x="1" y="4204"/>
                  <a:pt x="1" y="4804"/>
                  <a:pt x="368" y="5171"/>
                </a:cubicBezTo>
                <a:cubicBezTo>
                  <a:pt x="568" y="5371"/>
                  <a:pt x="801" y="5438"/>
                  <a:pt x="1035" y="5438"/>
                </a:cubicBezTo>
                <a:cubicBezTo>
                  <a:pt x="1302" y="5438"/>
                  <a:pt x="1535" y="5371"/>
                  <a:pt x="1735" y="5171"/>
                </a:cubicBezTo>
                <a:cubicBezTo>
                  <a:pt x="3895" y="2995"/>
                  <a:pt x="6752" y="1902"/>
                  <a:pt x="9611" y="1902"/>
                </a:cubicBezTo>
                <a:cubicBezTo>
                  <a:pt x="12448" y="1902"/>
                  <a:pt x="15287" y="2978"/>
                  <a:pt x="17446" y="5138"/>
                </a:cubicBezTo>
                <a:cubicBezTo>
                  <a:pt x="17647" y="5321"/>
                  <a:pt x="17897" y="5413"/>
                  <a:pt x="18143" y="5413"/>
                </a:cubicBezTo>
                <a:cubicBezTo>
                  <a:pt x="18389" y="5413"/>
                  <a:pt x="18631" y="5321"/>
                  <a:pt x="18814" y="5138"/>
                </a:cubicBezTo>
                <a:cubicBezTo>
                  <a:pt x="19181" y="4771"/>
                  <a:pt x="19181" y="4170"/>
                  <a:pt x="18814" y="3770"/>
                </a:cubicBezTo>
                <a:cubicBezTo>
                  <a:pt x="16271" y="1260"/>
                  <a:pt x="12940" y="1"/>
                  <a:pt x="961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 name="Google Shape;157;p15"/>
          <p:cNvSpPr/>
          <p:nvPr/>
        </p:nvSpPr>
        <p:spPr>
          <a:xfrm>
            <a:off x="1823625" y="3607551"/>
            <a:ext cx="1900784" cy="1535919"/>
          </a:xfrm>
          <a:custGeom>
            <a:avLst/>
            <a:gdLst/>
            <a:ahLst/>
            <a:cxnLst/>
            <a:rect l="l" t="t" r="r" b="b"/>
            <a:pathLst>
              <a:path w="52205" h="42184" extrusionOk="0">
                <a:moveTo>
                  <a:pt x="7606" y="0"/>
                </a:moveTo>
                <a:cubicBezTo>
                  <a:pt x="7207" y="0"/>
                  <a:pt x="6801" y="71"/>
                  <a:pt x="6405" y="220"/>
                </a:cubicBezTo>
                <a:cubicBezTo>
                  <a:pt x="4637" y="887"/>
                  <a:pt x="3736" y="2855"/>
                  <a:pt x="4403" y="4623"/>
                </a:cubicBezTo>
                <a:lnTo>
                  <a:pt x="12609" y="33044"/>
                </a:lnTo>
                <a:cubicBezTo>
                  <a:pt x="11241" y="31009"/>
                  <a:pt x="9740" y="28974"/>
                  <a:pt x="8473" y="27707"/>
                </a:cubicBezTo>
                <a:cubicBezTo>
                  <a:pt x="6686" y="25979"/>
                  <a:pt x="4314" y="25555"/>
                  <a:pt x="2473" y="25555"/>
                </a:cubicBezTo>
                <a:cubicBezTo>
                  <a:pt x="2252" y="25555"/>
                  <a:pt x="2039" y="25561"/>
                  <a:pt x="1835" y="25572"/>
                </a:cubicBezTo>
                <a:cubicBezTo>
                  <a:pt x="734" y="25605"/>
                  <a:pt x="0" y="26773"/>
                  <a:pt x="500" y="27807"/>
                </a:cubicBezTo>
                <a:cubicBezTo>
                  <a:pt x="1901" y="30742"/>
                  <a:pt x="4670" y="36546"/>
                  <a:pt x="7305" y="42184"/>
                </a:cubicBezTo>
                <a:lnTo>
                  <a:pt x="52204" y="42184"/>
                </a:lnTo>
                <a:cubicBezTo>
                  <a:pt x="51870" y="40149"/>
                  <a:pt x="51403" y="38347"/>
                  <a:pt x="50870" y="37113"/>
                </a:cubicBezTo>
                <a:cubicBezTo>
                  <a:pt x="48601" y="31876"/>
                  <a:pt x="46867" y="24004"/>
                  <a:pt x="44065" y="22936"/>
                </a:cubicBezTo>
                <a:cubicBezTo>
                  <a:pt x="43690" y="22795"/>
                  <a:pt x="43329" y="22734"/>
                  <a:pt x="42985" y="22734"/>
                </a:cubicBezTo>
                <a:cubicBezTo>
                  <a:pt x="40727" y="22734"/>
                  <a:pt x="39195" y="25372"/>
                  <a:pt x="39195" y="25372"/>
                </a:cubicBezTo>
                <a:cubicBezTo>
                  <a:pt x="39195" y="25372"/>
                  <a:pt x="37711" y="20209"/>
                  <a:pt x="33681" y="20209"/>
                </a:cubicBezTo>
                <a:cubicBezTo>
                  <a:pt x="33438" y="20209"/>
                  <a:pt x="33186" y="20228"/>
                  <a:pt x="32924" y="20268"/>
                </a:cubicBezTo>
                <a:cubicBezTo>
                  <a:pt x="29888" y="20768"/>
                  <a:pt x="28854" y="26172"/>
                  <a:pt x="28854" y="26172"/>
                </a:cubicBezTo>
                <a:cubicBezTo>
                  <a:pt x="28854" y="26172"/>
                  <a:pt x="26647" y="18891"/>
                  <a:pt x="22870" y="18891"/>
                </a:cubicBezTo>
                <a:cubicBezTo>
                  <a:pt x="22573" y="18891"/>
                  <a:pt x="22266" y="18936"/>
                  <a:pt x="21949" y="19034"/>
                </a:cubicBezTo>
                <a:cubicBezTo>
                  <a:pt x="20248" y="19567"/>
                  <a:pt x="19281" y="21402"/>
                  <a:pt x="18713" y="23470"/>
                </a:cubicBezTo>
                <a:lnTo>
                  <a:pt x="10808" y="2222"/>
                </a:lnTo>
                <a:cubicBezTo>
                  <a:pt x="10290" y="850"/>
                  <a:pt x="8989" y="0"/>
                  <a:pt x="7606" y="0"/>
                </a:cubicBezTo>
                <a:close/>
              </a:path>
            </a:pathLst>
          </a:custGeom>
          <a:solidFill>
            <a:srgbClr val="E5BB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 name="Google Shape;158;p15"/>
          <p:cNvSpPr/>
          <p:nvPr/>
        </p:nvSpPr>
        <p:spPr>
          <a:xfrm>
            <a:off x="960672" y="862825"/>
            <a:ext cx="1470843" cy="380316"/>
          </a:xfrm>
          <a:custGeom>
            <a:avLst/>
            <a:gdLst/>
            <a:ahLst/>
            <a:cxnLst/>
            <a:rect l="l" t="t" r="r" b="b"/>
            <a:pathLst>
              <a:path w="29288" h="7573" extrusionOk="0">
                <a:moveTo>
                  <a:pt x="14644" y="0"/>
                </a:moveTo>
                <a:cubicBezTo>
                  <a:pt x="9240" y="0"/>
                  <a:pt x="4170" y="2135"/>
                  <a:pt x="367" y="5938"/>
                </a:cubicBezTo>
                <a:cubicBezTo>
                  <a:pt x="0" y="6305"/>
                  <a:pt x="0" y="6905"/>
                  <a:pt x="367" y="7305"/>
                </a:cubicBezTo>
                <a:cubicBezTo>
                  <a:pt x="567" y="7472"/>
                  <a:pt x="801" y="7572"/>
                  <a:pt x="1034" y="7572"/>
                </a:cubicBezTo>
                <a:cubicBezTo>
                  <a:pt x="1268" y="7572"/>
                  <a:pt x="1535" y="7472"/>
                  <a:pt x="1702" y="7272"/>
                </a:cubicBezTo>
                <a:cubicBezTo>
                  <a:pt x="5137" y="3803"/>
                  <a:pt x="9741" y="1902"/>
                  <a:pt x="14644" y="1902"/>
                </a:cubicBezTo>
                <a:lnTo>
                  <a:pt x="14677" y="1902"/>
                </a:lnTo>
                <a:cubicBezTo>
                  <a:pt x="19548" y="1902"/>
                  <a:pt x="24151" y="3770"/>
                  <a:pt x="27587" y="7205"/>
                </a:cubicBezTo>
                <a:cubicBezTo>
                  <a:pt x="27770" y="7389"/>
                  <a:pt x="28012" y="7481"/>
                  <a:pt x="28254" y="7481"/>
                </a:cubicBezTo>
                <a:cubicBezTo>
                  <a:pt x="28496" y="7481"/>
                  <a:pt x="28738" y="7389"/>
                  <a:pt x="28921" y="7205"/>
                </a:cubicBezTo>
                <a:cubicBezTo>
                  <a:pt x="29288" y="6838"/>
                  <a:pt x="29288" y="6238"/>
                  <a:pt x="28921" y="5871"/>
                </a:cubicBezTo>
                <a:cubicBezTo>
                  <a:pt x="25118" y="2068"/>
                  <a:pt x="20048" y="0"/>
                  <a:pt x="1464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 name="Google Shape;159;p15"/>
          <p:cNvSpPr txBox="1">
            <a:spLocks noGrp="1"/>
          </p:cNvSpPr>
          <p:nvPr>
            <p:ph type="ctrTitle" idx="4294967295"/>
          </p:nvPr>
        </p:nvSpPr>
        <p:spPr>
          <a:xfrm>
            <a:off x="1105677" y="3355722"/>
            <a:ext cx="1180800" cy="360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2800"/>
              <a:buFont typeface="Fira Sans Extra Condensed Medium" panose="020B0603050000020004"/>
              <a:buNone/>
            </a:pPr>
            <a:r>
              <a:rPr lang="en-GB" sz="1200" b="0" i="0" u="none" strike="noStrike" cap="none">
                <a:solidFill>
                  <a:schemeClr val="lt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rPr>
              <a:t>PAY</a:t>
            </a:r>
            <a:endParaRPr sz="2500" b="0" i="0" u="none" strike="noStrike" cap="none">
              <a:solidFill>
                <a:schemeClr val="lt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6"/>
          <p:cNvSpPr txBox="1">
            <a:spLocks noGrp="1"/>
          </p:cNvSpPr>
          <p:nvPr>
            <p:ph type="title"/>
          </p:nvPr>
        </p:nvSpPr>
        <p:spPr>
          <a:xfrm>
            <a:off x="2514575" y="409575"/>
            <a:ext cx="4114800" cy="32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Bozor Tahlili va Talablarni O'rganish</a:t>
            </a:r>
            <a:endParaRPr lang="en-GB" sz="1200"/>
          </a:p>
        </p:txBody>
      </p:sp>
      <p:sp>
        <p:nvSpPr>
          <p:cNvPr id="165" name="Google Shape;165;p16"/>
          <p:cNvSpPr txBox="1"/>
          <p:nvPr/>
        </p:nvSpPr>
        <p:spPr>
          <a:xfrm>
            <a:off x="4777579" y="3855904"/>
            <a:ext cx="4113031" cy="1152076"/>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rgbClr val="000000"/>
                </a:solidFill>
                <a:latin typeface="Roboto" panose="02000000000000000000"/>
                <a:ea typeface="Roboto" panose="02000000000000000000"/>
                <a:cs typeface="Roboto" panose="02000000000000000000"/>
                <a:sym typeface="Roboto" panose="02000000000000000000"/>
              </a:rPr>
              <a:t>Universitetda kofe do'koni ochish uchun haqiqiy biznes reja tayyorlash muhim. Bu harajatlar va savdo ehtiyojlarini aniqlashga yordam beradi.</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166" name="Google Shape;166;p16"/>
          <p:cNvSpPr txBox="1"/>
          <p:nvPr/>
        </p:nvSpPr>
        <p:spPr>
          <a:xfrm>
            <a:off x="4421248" y="2400834"/>
            <a:ext cx="4469364" cy="1152076"/>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rgbClr val="000000"/>
                </a:solidFill>
                <a:latin typeface="Roboto" panose="02000000000000000000"/>
                <a:ea typeface="Roboto" panose="02000000000000000000"/>
                <a:cs typeface="Roboto" panose="02000000000000000000"/>
                <a:sym typeface="Roboto" panose="02000000000000000000"/>
              </a:rPr>
              <a:t>Kuziboyev Ulug'bek bozor tahlili va talablarni o'rganish orqali sohaning imkoniyatlarini baholaydi. Bu muvaffaqiyat uchun muhim qadamdir.</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167" name="Google Shape;167;p16"/>
          <p:cNvSpPr txBox="1"/>
          <p:nvPr/>
        </p:nvSpPr>
        <p:spPr>
          <a:xfrm>
            <a:off x="4420508" y="1033570"/>
            <a:ext cx="4469364" cy="106427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rgbClr val="000000"/>
                </a:solidFill>
                <a:latin typeface="Roboto" panose="02000000000000000000"/>
                <a:ea typeface="Roboto" panose="02000000000000000000"/>
                <a:cs typeface="Roboto" panose="02000000000000000000"/>
                <a:sym typeface="Roboto" panose="02000000000000000000"/>
              </a:rPr>
              <a:t>Hajm va xarajatlarni hisoblash orqali samarali strategiya ishlab chiqiladi. Bu tashabbusning rentabelligini ta'minlaydi va kelajakda rivojlanishga zamin yaratadi.</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grpSp>
        <p:nvGrpSpPr>
          <p:cNvPr id="168" name="Google Shape;168;p16"/>
          <p:cNvGrpSpPr/>
          <p:nvPr/>
        </p:nvGrpSpPr>
        <p:grpSpPr>
          <a:xfrm>
            <a:off x="1412798" y="1399921"/>
            <a:ext cx="2942596" cy="370516"/>
            <a:chOff x="3300950" y="1649100"/>
            <a:chExt cx="2542200" cy="320100"/>
          </a:xfrm>
        </p:grpSpPr>
        <p:sp>
          <p:nvSpPr>
            <p:cNvPr id="169" name="Google Shape;169;p16"/>
            <p:cNvSpPr/>
            <p:nvPr/>
          </p:nvSpPr>
          <p:spPr>
            <a:xfrm>
              <a:off x="3300950" y="1649100"/>
              <a:ext cx="2542200" cy="3201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0" name="Google Shape;170;p16"/>
            <p:cNvSpPr/>
            <p:nvPr/>
          </p:nvSpPr>
          <p:spPr>
            <a:xfrm>
              <a:off x="3300950" y="1649100"/>
              <a:ext cx="1310400" cy="320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71" name="Google Shape;171;p16"/>
          <p:cNvGrpSpPr/>
          <p:nvPr/>
        </p:nvGrpSpPr>
        <p:grpSpPr>
          <a:xfrm>
            <a:off x="1412798" y="2788106"/>
            <a:ext cx="2942596" cy="370523"/>
            <a:chOff x="3300950" y="2664644"/>
            <a:chExt cx="2542200" cy="320106"/>
          </a:xfrm>
        </p:grpSpPr>
        <p:sp>
          <p:nvSpPr>
            <p:cNvPr id="172" name="Google Shape;172;p16"/>
            <p:cNvSpPr/>
            <p:nvPr/>
          </p:nvSpPr>
          <p:spPr>
            <a:xfrm>
              <a:off x="3300950" y="2664644"/>
              <a:ext cx="2542200" cy="3201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 name="Google Shape;173;p16"/>
            <p:cNvSpPr/>
            <p:nvPr/>
          </p:nvSpPr>
          <p:spPr>
            <a:xfrm>
              <a:off x="3300950" y="2664650"/>
              <a:ext cx="1778400" cy="3201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74" name="Google Shape;174;p16"/>
          <p:cNvGrpSpPr/>
          <p:nvPr/>
        </p:nvGrpSpPr>
        <p:grpSpPr>
          <a:xfrm>
            <a:off x="1423826" y="4176277"/>
            <a:ext cx="2942596" cy="370530"/>
            <a:chOff x="3300950" y="3680175"/>
            <a:chExt cx="2542200" cy="320112"/>
          </a:xfrm>
        </p:grpSpPr>
        <p:sp>
          <p:nvSpPr>
            <p:cNvPr id="175" name="Google Shape;175;p16"/>
            <p:cNvSpPr/>
            <p:nvPr/>
          </p:nvSpPr>
          <p:spPr>
            <a:xfrm>
              <a:off x="3300950" y="3680187"/>
              <a:ext cx="2542200" cy="3201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 name="Google Shape;176;p16"/>
            <p:cNvSpPr/>
            <p:nvPr/>
          </p:nvSpPr>
          <p:spPr>
            <a:xfrm>
              <a:off x="3300950" y="3680175"/>
              <a:ext cx="2236800" cy="3201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77" name="Google Shape;177;p16"/>
          <p:cNvGrpSpPr/>
          <p:nvPr/>
        </p:nvGrpSpPr>
        <p:grpSpPr>
          <a:xfrm>
            <a:off x="638522" y="1228404"/>
            <a:ext cx="709162" cy="709216"/>
            <a:chOff x="1683433" y="1604940"/>
            <a:chExt cx="465665" cy="466682"/>
          </a:xfrm>
        </p:grpSpPr>
        <p:sp>
          <p:nvSpPr>
            <p:cNvPr id="178" name="Google Shape;178;p16"/>
            <p:cNvSpPr/>
            <p:nvPr/>
          </p:nvSpPr>
          <p:spPr>
            <a:xfrm>
              <a:off x="1683433" y="1604940"/>
              <a:ext cx="465665" cy="466682"/>
            </a:xfrm>
            <a:custGeom>
              <a:avLst/>
              <a:gdLst/>
              <a:ahLst/>
              <a:cxnLst/>
              <a:rect l="l" t="t" r="r" b="b"/>
              <a:pathLst>
                <a:path w="15578" h="15612" extrusionOk="0">
                  <a:moveTo>
                    <a:pt x="7806" y="0"/>
                  </a:moveTo>
                  <a:cubicBezTo>
                    <a:pt x="3503" y="0"/>
                    <a:pt x="0" y="3503"/>
                    <a:pt x="0" y="7806"/>
                  </a:cubicBezTo>
                  <a:cubicBezTo>
                    <a:pt x="0" y="12109"/>
                    <a:pt x="3503" y="15611"/>
                    <a:pt x="7806" y="15611"/>
                  </a:cubicBezTo>
                  <a:cubicBezTo>
                    <a:pt x="12109" y="15611"/>
                    <a:pt x="15578" y="12109"/>
                    <a:pt x="15578" y="7806"/>
                  </a:cubicBezTo>
                  <a:cubicBezTo>
                    <a:pt x="15578" y="3503"/>
                    <a:pt x="12109" y="0"/>
                    <a:pt x="780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 name="Google Shape;179;p16"/>
            <p:cNvSpPr/>
            <p:nvPr/>
          </p:nvSpPr>
          <p:spPr>
            <a:xfrm>
              <a:off x="1805069" y="1697879"/>
              <a:ext cx="228080" cy="282006"/>
            </a:xfrm>
            <a:custGeom>
              <a:avLst/>
              <a:gdLst/>
              <a:ahLst/>
              <a:cxnLst/>
              <a:rect l="l" t="t" r="r" b="b"/>
              <a:pathLst>
                <a:path w="7630" h="9434" extrusionOk="0">
                  <a:moveTo>
                    <a:pt x="3765" y="0"/>
                  </a:moveTo>
                  <a:cubicBezTo>
                    <a:pt x="3591" y="0"/>
                    <a:pt x="3414" y="9"/>
                    <a:pt x="3236" y="27"/>
                  </a:cubicBezTo>
                  <a:cubicBezTo>
                    <a:pt x="1669" y="227"/>
                    <a:pt x="134" y="1495"/>
                    <a:pt x="67" y="3296"/>
                  </a:cubicBezTo>
                  <a:cubicBezTo>
                    <a:pt x="1" y="4397"/>
                    <a:pt x="334" y="5231"/>
                    <a:pt x="1368" y="5464"/>
                  </a:cubicBezTo>
                  <a:cubicBezTo>
                    <a:pt x="1835" y="4663"/>
                    <a:pt x="1235" y="4463"/>
                    <a:pt x="1135" y="3896"/>
                  </a:cubicBezTo>
                  <a:cubicBezTo>
                    <a:pt x="873" y="2181"/>
                    <a:pt x="2397" y="875"/>
                    <a:pt x="3884" y="875"/>
                  </a:cubicBezTo>
                  <a:cubicBezTo>
                    <a:pt x="4480" y="875"/>
                    <a:pt x="5071" y="1084"/>
                    <a:pt x="5538" y="1561"/>
                  </a:cubicBezTo>
                  <a:cubicBezTo>
                    <a:pt x="6617" y="2640"/>
                    <a:pt x="6005" y="5924"/>
                    <a:pt x="4363" y="5924"/>
                  </a:cubicBezTo>
                  <a:cubicBezTo>
                    <a:pt x="4279" y="5924"/>
                    <a:pt x="4193" y="5915"/>
                    <a:pt x="4104" y="5898"/>
                  </a:cubicBezTo>
                  <a:cubicBezTo>
                    <a:pt x="2336" y="5531"/>
                    <a:pt x="4938" y="2695"/>
                    <a:pt x="3537" y="2162"/>
                  </a:cubicBezTo>
                  <a:cubicBezTo>
                    <a:pt x="3412" y="2110"/>
                    <a:pt x="3294" y="2087"/>
                    <a:pt x="3183" y="2087"/>
                  </a:cubicBezTo>
                  <a:cubicBezTo>
                    <a:pt x="2284" y="2087"/>
                    <a:pt x="1861" y="3628"/>
                    <a:pt x="2336" y="4430"/>
                  </a:cubicBezTo>
                  <a:cubicBezTo>
                    <a:pt x="2036" y="5998"/>
                    <a:pt x="1335" y="7465"/>
                    <a:pt x="1635" y="9434"/>
                  </a:cubicBezTo>
                  <a:cubicBezTo>
                    <a:pt x="2536" y="8800"/>
                    <a:pt x="2836" y="7532"/>
                    <a:pt x="3070" y="6231"/>
                  </a:cubicBezTo>
                  <a:cubicBezTo>
                    <a:pt x="3537" y="6498"/>
                    <a:pt x="3770" y="6798"/>
                    <a:pt x="4337" y="6832"/>
                  </a:cubicBezTo>
                  <a:cubicBezTo>
                    <a:pt x="4412" y="6838"/>
                    <a:pt x="4485" y="6840"/>
                    <a:pt x="4557" y="6840"/>
                  </a:cubicBezTo>
                  <a:cubicBezTo>
                    <a:pt x="6552" y="6840"/>
                    <a:pt x="7629" y="4657"/>
                    <a:pt x="7339" y="2629"/>
                  </a:cubicBezTo>
                  <a:cubicBezTo>
                    <a:pt x="7096" y="927"/>
                    <a:pt x="5552" y="0"/>
                    <a:pt x="376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80" name="Google Shape;180;p16"/>
          <p:cNvGrpSpPr/>
          <p:nvPr/>
        </p:nvGrpSpPr>
        <p:grpSpPr>
          <a:xfrm>
            <a:off x="637080" y="4009118"/>
            <a:ext cx="709859" cy="709859"/>
            <a:chOff x="971625" y="3746191"/>
            <a:chExt cx="501596" cy="501596"/>
          </a:xfrm>
        </p:grpSpPr>
        <p:sp>
          <p:nvSpPr>
            <p:cNvPr id="181" name="Google Shape;181;p16"/>
            <p:cNvSpPr/>
            <p:nvPr/>
          </p:nvSpPr>
          <p:spPr>
            <a:xfrm>
              <a:off x="971625" y="3746191"/>
              <a:ext cx="501596" cy="501596"/>
            </a:xfrm>
            <a:custGeom>
              <a:avLst/>
              <a:gdLst/>
              <a:ahLst/>
              <a:cxnLst/>
              <a:rect l="l" t="t" r="r" b="b"/>
              <a:pathLst>
                <a:path w="16780" h="16780" extrusionOk="0">
                  <a:moveTo>
                    <a:pt x="8406" y="0"/>
                  </a:moveTo>
                  <a:cubicBezTo>
                    <a:pt x="3770" y="0"/>
                    <a:pt x="0" y="3770"/>
                    <a:pt x="0" y="8406"/>
                  </a:cubicBezTo>
                  <a:cubicBezTo>
                    <a:pt x="0" y="13010"/>
                    <a:pt x="3770" y="16779"/>
                    <a:pt x="8406" y="16779"/>
                  </a:cubicBezTo>
                  <a:cubicBezTo>
                    <a:pt x="13043" y="16779"/>
                    <a:pt x="16779" y="13010"/>
                    <a:pt x="16779" y="8406"/>
                  </a:cubicBezTo>
                  <a:cubicBezTo>
                    <a:pt x="16779" y="3770"/>
                    <a:pt x="13043" y="0"/>
                    <a:pt x="8406"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 name="Google Shape;182;p16"/>
            <p:cNvSpPr/>
            <p:nvPr/>
          </p:nvSpPr>
          <p:spPr>
            <a:xfrm>
              <a:off x="1094278" y="3867828"/>
              <a:ext cx="257285" cy="258301"/>
            </a:xfrm>
            <a:custGeom>
              <a:avLst/>
              <a:gdLst/>
              <a:ahLst/>
              <a:cxnLst/>
              <a:rect l="l" t="t" r="r" b="b"/>
              <a:pathLst>
                <a:path w="8607" h="8641" extrusionOk="0">
                  <a:moveTo>
                    <a:pt x="7506" y="935"/>
                  </a:moveTo>
                  <a:cubicBezTo>
                    <a:pt x="7639" y="935"/>
                    <a:pt x="7673" y="1002"/>
                    <a:pt x="7673" y="1102"/>
                  </a:cubicBezTo>
                  <a:lnTo>
                    <a:pt x="7673" y="1969"/>
                  </a:lnTo>
                  <a:cubicBezTo>
                    <a:pt x="7673" y="2102"/>
                    <a:pt x="7639" y="2169"/>
                    <a:pt x="7506" y="2169"/>
                  </a:cubicBezTo>
                  <a:lnTo>
                    <a:pt x="6638" y="2169"/>
                  </a:lnTo>
                  <a:cubicBezTo>
                    <a:pt x="6505" y="2169"/>
                    <a:pt x="6438" y="2102"/>
                    <a:pt x="6438" y="1969"/>
                  </a:cubicBezTo>
                  <a:lnTo>
                    <a:pt x="6438" y="1102"/>
                  </a:lnTo>
                  <a:cubicBezTo>
                    <a:pt x="6438" y="1002"/>
                    <a:pt x="6505" y="935"/>
                    <a:pt x="6638" y="935"/>
                  </a:cubicBezTo>
                  <a:close/>
                  <a:moveTo>
                    <a:pt x="4303" y="2603"/>
                  </a:moveTo>
                  <a:cubicBezTo>
                    <a:pt x="5237" y="2603"/>
                    <a:pt x="6005" y="3370"/>
                    <a:pt x="6005" y="4337"/>
                  </a:cubicBezTo>
                  <a:cubicBezTo>
                    <a:pt x="6005" y="5271"/>
                    <a:pt x="5237" y="6039"/>
                    <a:pt x="4303" y="6039"/>
                  </a:cubicBezTo>
                  <a:cubicBezTo>
                    <a:pt x="3336" y="6039"/>
                    <a:pt x="2569" y="5271"/>
                    <a:pt x="2569" y="4337"/>
                  </a:cubicBezTo>
                  <a:cubicBezTo>
                    <a:pt x="2569" y="3370"/>
                    <a:pt x="3336" y="2603"/>
                    <a:pt x="4303" y="2603"/>
                  </a:cubicBezTo>
                  <a:close/>
                  <a:moveTo>
                    <a:pt x="7673" y="3870"/>
                  </a:moveTo>
                  <a:lnTo>
                    <a:pt x="7673" y="7540"/>
                  </a:lnTo>
                  <a:cubicBezTo>
                    <a:pt x="7673" y="7673"/>
                    <a:pt x="7639" y="7706"/>
                    <a:pt x="7506" y="7706"/>
                  </a:cubicBezTo>
                  <a:lnTo>
                    <a:pt x="1068" y="7706"/>
                  </a:lnTo>
                  <a:cubicBezTo>
                    <a:pt x="968" y="7706"/>
                    <a:pt x="901" y="7673"/>
                    <a:pt x="901" y="7540"/>
                  </a:cubicBezTo>
                  <a:lnTo>
                    <a:pt x="901" y="3870"/>
                  </a:lnTo>
                  <a:lnTo>
                    <a:pt x="1768" y="3870"/>
                  </a:lnTo>
                  <a:cubicBezTo>
                    <a:pt x="1735" y="4004"/>
                    <a:pt x="1735" y="4171"/>
                    <a:pt x="1735" y="4304"/>
                  </a:cubicBezTo>
                  <a:cubicBezTo>
                    <a:pt x="1735" y="5705"/>
                    <a:pt x="2869" y="6873"/>
                    <a:pt x="4303" y="6873"/>
                  </a:cubicBezTo>
                  <a:cubicBezTo>
                    <a:pt x="5704" y="6873"/>
                    <a:pt x="6872" y="5705"/>
                    <a:pt x="6872" y="4304"/>
                  </a:cubicBezTo>
                  <a:cubicBezTo>
                    <a:pt x="6872" y="4171"/>
                    <a:pt x="6872" y="4004"/>
                    <a:pt x="6805" y="3870"/>
                  </a:cubicBezTo>
                  <a:close/>
                  <a:moveTo>
                    <a:pt x="868" y="1"/>
                  </a:moveTo>
                  <a:cubicBezTo>
                    <a:pt x="401" y="1"/>
                    <a:pt x="0" y="435"/>
                    <a:pt x="0" y="902"/>
                  </a:cubicBezTo>
                  <a:lnTo>
                    <a:pt x="0" y="7740"/>
                  </a:lnTo>
                  <a:cubicBezTo>
                    <a:pt x="0" y="8207"/>
                    <a:pt x="401" y="8640"/>
                    <a:pt x="868" y="8640"/>
                  </a:cubicBezTo>
                  <a:lnTo>
                    <a:pt x="7706" y="8640"/>
                  </a:lnTo>
                  <a:cubicBezTo>
                    <a:pt x="8173" y="8640"/>
                    <a:pt x="8607" y="8207"/>
                    <a:pt x="8607" y="7740"/>
                  </a:cubicBezTo>
                  <a:lnTo>
                    <a:pt x="8607" y="902"/>
                  </a:lnTo>
                  <a:cubicBezTo>
                    <a:pt x="8607" y="435"/>
                    <a:pt x="8173" y="1"/>
                    <a:pt x="770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83" name="Google Shape;183;p16"/>
          <p:cNvGrpSpPr/>
          <p:nvPr/>
        </p:nvGrpSpPr>
        <p:grpSpPr>
          <a:xfrm>
            <a:off x="637080" y="2618453"/>
            <a:ext cx="709865" cy="709831"/>
            <a:chOff x="1609615" y="2547025"/>
            <a:chExt cx="613275" cy="613245"/>
          </a:xfrm>
        </p:grpSpPr>
        <p:sp>
          <p:nvSpPr>
            <p:cNvPr id="184" name="Google Shape;184;p16"/>
            <p:cNvSpPr/>
            <p:nvPr/>
          </p:nvSpPr>
          <p:spPr>
            <a:xfrm>
              <a:off x="1609615" y="2547025"/>
              <a:ext cx="613275" cy="613245"/>
            </a:xfrm>
            <a:custGeom>
              <a:avLst/>
              <a:gdLst/>
              <a:ahLst/>
              <a:cxnLst/>
              <a:rect l="l" t="t" r="r" b="b"/>
              <a:pathLst>
                <a:path w="20516" h="20515" extrusionOk="0">
                  <a:moveTo>
                    <a:pt x="10275" y="0"/>
                  </a:moveTo>
                  <a:cubicBezTo>
                    <a:pt x="4604" y="0"/>
                    <a:pt x="1" y="4570"/>
                    <a:pt x="1" y="10241"/>
                  </a:cubicBezTo>
                  <a:cubicBezTo>
                    <a:pt x="1" y="15912"/>
                    <a:pt x="4604" y="20515"/>
                    <a:pt x="10275" y="20515"/>
                  </a:cubicBezTo>
                  <a:cubicBezTo>
                    <a:pt x="15946" y="20515"/>
                    <a:pt x="20515" y="15912"/>
                    <a:pt x="20515" y="10241"/>
                  </a:cubicBezTo>
                  <a:cubicBezTo>
                    <a:pt x="20515" y="4570"/>
                    <a:pt x="15946" y="0"/>
                    <a:pt x="10275"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 name="Google Shape;185;p16"/>
            <p:cNvSpPr/>
            <p:nvPr/>
          </p:nvSpPr>
          <p:spPr>
            <a:xfrm>
              <a:off x="1831005" y="2673654"/>
              <a:ext cx="169520" cy="364987"/>
            </a:xfrm>
            <a:custGeom>
              <a:avLst/>
              <a:gdLst/>
              <a:ahLst/>
              <a:cxnLst/>
              <a:rect l="l" t="t" r="r" b="b"/>
              <a:pathLst>
                <a:path w="5671" h="12210" extrusionOk="0">
                  <a:moveTo>
                    <a:pt x="3769" y="1"/>
                  </a:moveTo>
                  <a:cubicBezTo>
                    <a:pt x="1668" y="1"/>
                    <a:pt x="1201" y="1568"/>
                    <a:pt x="1201" y="2569"/>
                  </a:cubicBezTo>
                  <a:lnTo>
                    <a:pt x="1201" y="3970"/>
                  </a:lnTo>
                  <a:lnTo>
                    <a:pt x="0" y="3970"/>
                  </a:lnTo>
                  <a:lnTo>
                    <a:pt x="0" y="6105"/>
                  </a:lnTo>
                  <a:lnTo>
                    <a:pt x="1201" y="6105"/>
                  </a:lnTo>
                  <a:lnTo>
                    <a:pt x="1201" y="12209"/>
                  </a:lnTo>
                  <a:lnTo>
                    <a:pt x="3736" y="12209"/>
                  </a:lnTo>
                  <a:lnTo>
                    <a:pt x="3736" y="6105"/>
                  </a:lnTo>
                  <a:lnTo>
                    <a:pt x="5471" y="6105"/>
                  </a:lnTo>
                  <a:lnTo>
                    <a:pt x="5671" y="3970"/>
                  </a:lnTo>
                  <a:lnTo>
                    <a:pt x="3736" y="3970"/>
                  </a:lnTo>
                  <a:lnTo>
                    <a:pt x="3736" y="2703"/>
                  </a:lnTo>
                  <a:cubicBezTo>
                    <a:pt x="3736" y="2202"/>
                    <a:pt x="4070" y="2102"/>
                    <a:pt x="4270" y="2102"/>
                  </a:cubicBezTo>
                  <a:lnTo>
                    <a:pt x="5637" y="2102"/>
                  </a:lnTo>
                  <a:lnTo>
                    <a:pt x="5637"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7"/>
          <p:cNvSpPr/>
          <p:nvPr/>
        </p:nvSpPr>
        <p:spPr>
          <a:xfrm>
            <a:off x="3103264" y="1323732"/>
            <a:ext cx="2935200" cy="29352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1" name="Google Shape;191;p17"/>
          <p:cNvSpPr/>
          <p:nvPr/>
        </p:nvSpPr>
        <p:spPr>
          <a:xfrm rot="-635573">
            <a:off x="3417657" y="1531180"/>
            <a:ext cx="2129694" cy="1719173"/>
          </a:xfrm>
          <a:prstGeom prst="pie">
            <a:avLst>
              <a:gd name="adj1" fmla="val 6680480"/>
              <a:gd name="adj2" fmla="val 39091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2" name="Google Shape;192;p17"/>
          <p:cNvSpPr txBox="1">
            <a:spLocks noGrp="1"/>
          </p:cNvSpPr>
          <p:nvPr>
            <p:ph type="title"/>
          </p:nvPr>
        </p:nvSpPr>
        <p:spPr>
          <a:xfrm>
            <a:off x="457135" y="179514"/>
            <a:ext cx="8227553" cy="32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Biznes Reja Tayyorlash Asoslari</a:t>
            </a:r>
            <a:endParaRPr lang="en-GB" sz="1200"/>
          </a:p>
        </p:txBody>
      </p:sp>
      <p:grpSp>
        <p:nvGrpSpPr>
          <p:cNvPr id="193" name="Google Shape;193;p17"/>
          <p:cNvGrpSpPr/>
          <p:nvPr/>
        </p:nvGrpSpPr>
        <p:grpSpPr>
          <a:xfrm>
            <a:off x="187287" y="618925"/>
            <a:ext cx="3837718" cy="1734838"/>
            <a:chOff x="187287" y="369653"/>
            <a:chExt cx="3837718" cy="1734838"/>
          </a:xfrm>
        </p:grpSpPr>
        <p:sp>
          <p:nvSpPr>
            <p:cNvPr id="194" name="Google Shape;194;p17"/>
            <p:cNvSpPr txBox="1"/>
            <p:nvPr/>
          </p:nvSpPr>
          <p:spPr>
            <a:xfrm>
              <a:off x="187287" y="369653"/>
              <a:ext cx="3160326" cy="1734838"/>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60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Universitetda kofe do'koni ochish uchun biznes reja tuzish muhim. Bu reja xarajatlarni va imkoniyatlarni aniq ko'rsatadi. Talabar uchun foydali bo'ladi.</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
          <p:nvSpPr>
            <p:cNvPr id="195" name="Google Shape;195;p17"/>
            <p:cNvSpPr/>
            <p:nvPr/>
          </p:nvSpPr>
          <p:spPr>
            <a:xfrm>
              <a:off x="3809005" y="738950"/>
              <a:ext cx="216000" cy="2160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196" name="Google Shape;196;p17"/>
            <p:cNvCxnSpPr>
              <a:stCxn id="195" idx="2"/>
            </p:cNvCxnSpPr>
            <p:nvPr/>
          </p:nvCxnSpPr>
          <p:spPr>
            <a:xfrm rot="10800000">
              <a:off x="3545005" y="846950"/>
              <a:ext cx="264000" cy="0"/>
            </a:xfrm>
            <a:prstGeom prst="straightConnector1">
              <a:avLst/>
            </a:prstGeom>
            <a:noFill/>
            <a:ln w="28575" cap="flat" cmpd="sng">
              <a:solidFill>
                <a:schemeClr val="accent1"/>
              </a:solidFill>
              <a:prstDash val="solid"/>
              <a:round/>
              <a:headEnd type="none" w="sm" len="sm"/>
              <a:tailEnd type="none" w="sm" len="sm"/>
            </a:ln>
          </p:spPr>
        </p:cxnSp>
      </p:grpSp>
      <p:grpSp>
        <p:nvGrpSpPr>
          <p:cNvPr id="197" name="Google Shape;197;p17"/>
          <p:cNvGrpSpPr/>
          <p:nvPr/>
        </p:nvGrpSpPr>
        <p:grpSpPr>
          <a:xfrm>
            <a:off x="163617" y="3303530"/>
            <a:ext cx="3862966" cy="1734838"/>
            <a:chOff x="163617" y="3054258"/>
            <a:chExt cx="3862966" cy="1734838"/>
          </a:xfrm>
        </p:grpSpPr>
        <p:sp>
          <p:nvSpPr>
            <p:cNvPr id="198" name="Google Shape;198;p17"/>
            <p:cNvSpPr txBox="1"/>
            <p:nvPr/>
          </p:nvSpPr>
          <p:spPr>
            <a:xfrm>
              <a:off x="163617" y="3054258"/>
              <a:ext cx="3090500" cy="1734838"/>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160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Harajatlar hisoboti va byudjetni belgilash zarur. Bu orqali to'g'ri moliyaviy reja tuzib, biznes muvaffaqiyatiga erishiladi. Kuziboyev Ulug'bek tayyorlangan asoslar.</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
          <p:nvSpPr>
            <p:cNvPr id="199" name="Google Shape;199;p17"/>
            <p:cNvSpPr/>
            <p:nvPr/>
          </p:nvSpPr>
          <p:spPr>
            <a:xfrm>
              <a:off x="3810583" y="4087613"/>
              <a:ext cx="216000" cy="216000"/>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200" name="Google Shape;200;p17"/>
            <p:cNvCxnSpPr>
              <a:stCxn id="199" idx="2"/>
            </p:cNvCxnSpPr>
            <p:nvPr/>
          </p:nvCxnSpPr>
          <p:spPr>
            <a:xfrm rot="10800000">
              <a:off x="3542083" y="4195613"/>
              <a:ext cx="268500" cy="0"/>
            </a:xfrm>
            <a:prstGeom prst="straightConnector1">
              <a:avLst/>
            </a:prstGeom>
            <a:noFill/>
            <a:ln w="28575" cap="flat" cmpd="sng">
              <a:solidFill>
                <a:schemeClr val="accent3"/>
              </a:solidFill>
              <a:prstDash val="solid"/>
              <a:round/>
              <a:headEnd type="none" w="sm" len="sm"/>
              <a:tailEnd type="none" w="sm" len="sm"/>
            </a:ln>
          </p:spPr>
        </p:cxnSp>
      </p:grpSp>
      <p:sp>
        <p:nvSpPr>
          <p:cNvPr id="201" name="Google Shape;201;p17"/>
          <p:cNvSpPr txBox="1"/>
          <p:nvPr/>
        </p:nvSpPr>
        <p:spPr>
          <a:xfrm>
            <a:off x="6071604" y="1479693"/>
            <a:ext cx="2935200" cy="2503792"/>
          </a:xfrm>
          <a:prstGeom prst="rect">
            <a:avLst/>
          </a:prstGeom>
          <a:noFill/>
          <a:ln>
            <a:noFill/>
          </a:ln>
        </p:spPr>
        <p:txBody>
          <a:bodyPr spcFirstLastPara="1" wrap="square" lIns="91425" tIns="91425" rIns="91425" bIns="91425" anchor="t" anchorCtr="0">
            <a:noAutofit/>
          </a:bodyPr>
          <a:lstStyle/>
          <a:p>
            <a:pPr marL="0" marR="0" lvl="0" indent="0" algn="r" rtl="0">
              <a:lnSpc>
                <a:spcPct val="115000"/>
              </a:lnSpc>
              <a:spcBef>
                <a:spcPts val="0"/>
              </a:spcBef>
              <a:spcAft>
                <a:spcPts val="160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Biznes reja tayyorlash uchun mahsulotlar, joy va xarajatlar haqida yaxshi tahlil qilish kerak. Bu bosqichda ehtiyotkor bo'lish muhim, muvaffaqiyat uchun asosdir.</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
        <p:nvSpPr>
          <p:cNvPr id="202" name="Google Shape;202;p17"/>
          <p:cNvSpPr/>
          <p:nvPr/>
        </p:nvSpPr>
        <p:spPr>
          <a:xfrm rot="-900539" flipH="1">
            <a:off x="3242908" y="1797876"/>
            <a:ext cx="1287217" cy="2053967"/>
          </a:xfrm>
          <a:custGeom>
            <a:avLst/>
            <a:gdLst/>
            <a:ahLst/>
            <a:cxnLst/>
            <a:rect l="l" t="t" r="r" b="b"/>
            <a:pathLst>
              <a:path w="91706" h="146332" extrusionOk="0">
                <a:moveTo>
                  <a:pt x="42074" y="1"/>
                </a:moveTo>
                <a:lnTo>
                  <a:pt x="1" y="81481"/>
                </a:lnTo>
                <a:lnTo>
                  <a:pt x="60395" y="141895"/>
                </a:lnTo>
                <a:lnTo>
                  <a:pt x="64831" y="146332"/>
                </a:lnTo>
                <a:cubicBezTo>
                  <a:pt x="81441" y="129721"/>
                  <a:pt x="91706" y="106805"/>
                  <a:pt x="91706" y="81481"/>
                </a:cubicBezTo>
                <a:cubicBezTo>
                  <a:pt x="91706" y="46012"/>
                  <a:pt x="71555" y="15238"/>
                  <a:pt x="42074"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3" name="Google Shape;203;p17"/>
          <p:cNvSpPr/>
          <p:nvPr/>
        </p:nvSpPr>
        <p:spPr>
          <a:xfrm rot="-900539" flipH="1">
            <a:off x="4403787" y="1638802"/>
            <a:ext cx="1370986" cy="1079479"/>
          </a:xfrm>
          <a:custGeom>
            <a:avLst/>
            <a:gdLst/>
            <a:ahLst/>
            <a:cxnLst/>
            <a:rect l="l" t="t" r="r" b="b"/>
            <a:pathLst>
              <a:path w="97674" h="76906" extrusionOk="0">
                <a:moveTo>
                  <a:pt x="28606" y="1"/>
                </a:moveTo>
                <a:cubicBezTo>
                  <a:pt x="10942" y="17685"/>
                  <a:pt x="1" y="42094"/>
                  <a:pt x="1" y="69068"/>
                </a:cubicBezTo>
                <a:cubicBezTo>
                  <a:pt x="1" y="71714"/>
                  <a:pt x="100" y="74320"/>
                  <a:pt x="319" y="76906"/>
                </a:cubicBezTo>
                <a:lnTo>
                  <a:pt x="6267" y="76428"/>
                </a:lnTo>
                <a:lnTo>
                  <a:pt x="97674" y="69068"/>
                </a:lnTo>
                <a:lnTo>
                  <a:pt x="32824" y="4238"/>
                </a:lnTo>
                <a:lnTo>
                  <a:pt x="28606"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4" name="Google Shape;204;p17"/>
          <p:cNvSpPr/>
          <p:nvPr/>
        </p:nvSpPr>
        <p:spPr>
          <a:xfrm rot="-900414" flipH="1">
            <a:off x="4174531" y="1412155"/>
            <a:ext cx="1094923" cy="1286951"/>
          </a:xfrm>
          <a:custGeom>
            <a:avLst/>
            <a:gdLst/>
            <a:ahLst/>
            <a:cxnLst/>
            <a:rect l="l" t="t" r="r" b="b"/>
            <a:pathLst>
              <a:path w="84505" h="91687" extrusionOk="0">
                <a:moveTo>
                  <a:pt x="64831" y="1"/>
                </a:moveTo>
                <a:cubicBezTo>
                  <a:pt x="39507" y="1"/>
                  <a:pt x="16591" y="10265"/>
                  <a:pt x="0" y="26856"/>
                </a:cubicBezTo>
                <a:lnTo>
                  <a:pt x="4436" y="31292"/>
                </a:lnTo>
                <a:lnTo>
                  <a:pt x="64831" y="91686"/>
                </a:lnTo>
                <a:lnTo>
                  <a:pt x="83152" y="8256"/>
                </a:lnTo>
                <a:lnTo>
                  <a:pt x="84505" y="2109"/>
                </a:lnTo>
                <a:cubicBezTo>
                  <a:pt x="78159" y="737"/>
                  <a:pt x="71594" y="1"/>
                  <a:pt x="6483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5" name="Google Shape;205;p17"/>
          <p:cNvSpPr/>
          <p:nvPr/>
        </p:nvSpPr>
        <p:spPr>
          <a:xfrm rot="-900539" flipH="1">
            <a:off x="4610010" y="2569001"/>
            <a:ext cx="1463401" cy="746369"/>
          </a:xfrm>
          <a:custGeom>
            <a:avLst/>
            <a:gdLst/>
            <a:ahLst/>
            <a:cxnLst/>
            <a:rect l="l" t="t" r="r" b="b"/>
            <a:pathLst>
              <a:path w="104258" h="53174" extrusionOk="0">
                <a:moveTo>
                  <a:pt x="104258" y="0"/>
                </a:moveTo>
                <a:lnTo>
                  <a:pt x="19117" y="6843"/>
                </a:lnTo>
                <a:lnTo>
                  <a:pt x="0" y="8375"/>
                </a:lnTo>
                <a:cubicBezTo>
                  <a:pt x="1293" y="24647"/>
                  <a:pt x="6306" y="39845"/>
                  <a:pt x="14184" y="53173"/>
                </a:cubicBezTo>
                <a:lnTo>
                  <a:pt x="104258" y="0"/>
                </a:ln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6" name="Google Shape;206;p17"/>
          <p:cNvSpPr/>
          <p:nvPr/>
        </p:nvSpPr>
        <p:spPr>
          <a:xfrm rot="-900539" flipH="1">
            <a:off x="3742762" y="2720426"/>
            <a:ext cx="2150298" cy="1370986"/>
          </a:xfrm>
          <a:custGeom>
            <a:avLst/>
            <a:gdLst/>
            <a:ahLst/>
            <a:cxnLst/>
            <a:rect l="l" t="t" r="r" b="b"/>
            <a:pathLst>
              <a:path w="153195" h="97674" extrusionOk="0">
                <a:moveTo>
                  <a:pt x="84127" y="0"/>
                </a:moveTo>
                <a:lnTo>
                  <a:pt x="0" y="49652"/>
                </a:lnTo>
                <a:cubicBezTo>
                  <a:pt x="17009" y="78397"/>
                  <a:pt x="48320" y="97674"/>
                  <a:pt x="84127" y="97674"/>
                </a:cubicBezTo>
                <a:cubicBezTo>
                  <a:pt x="111101" y="97674"/>
                  <a:pt x="135509" y="86752"/>
                  <a:pt x="153194" y="69068"/>
                </a:cubicBezTo>
                <a:lnTo>
                  <a:pt x="84127"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7" name="Google Shape;207;p17"/>
          <p:cNvSpPr/>
          <p:nvPr/>
        </p:nvSpPr>
        <p:spPr>
          <a:xfrm rot="-899781" flipH="1">
            <a:off x="3764423" y="2071746"/>
            <a:ext cx="1547970" cy="1439166"/>
          </a:xfrm>
          <a:custGeom>
            <a:avLst/>
            <a:gdLst/>
            <a:ahLst/>
            <a:cxnLst/>
            <a:rect l="l" t="t" r="r" b="b"/>
            <a:pathLst>
              <a:path w="72629" h="67522" extrusionOk="0">
                <a:moveTo>
                  <a:pt x="36360" y="0"/>
                </a:moveTo>
                <a:cubicBezTo>
                  <a:pt x="34564" y="0"/>
                  <a:pt x="32744" y="144"/>
                  <a:pt x="30914" y="441"/>
                </a:cubicBezTo>
                <a:cubicBezTo>
                  <a:pt x="12513" y="3425"/>
                  <a:pt x="1" y="20771"/>
                  <a:pt x="3004" y="39172"/>
                </a:cubicBezTo>
                <a:cubicBezTo>
                  <a:pt x="5691" y="55743"/>
                  <a:pt x="20010" y="67522"/>
                  <a:pt x="36285" y="67522"/>
                </a:cubicBezTo>
                <a:cubicBezTo>
                  <a:pt x="38082" y="67522"/>
                  <a:pt x="39903" y="67378"/>
                  <a:pt x="41735" y="67081"/>
                </a:cubicBezTo>
                <a:cubicBezTo>
                  <a:pt x="60136" y="64097"/>
                  <a:pt x="72629" y="46751"/>
                  <a:pt x="69645" y="28350"/>
                </a:cubicBezTo>
                <a:cubicBezTo>
                  <a:pt x="66958" y="11780"/>
                  <a:pt x="52623" y="0"/>
                  <a:pt x="363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8" name="Google Shape;208;p17"/>
          <p:cNvSpPr/>
          <p:nvPr/>
        </p:nvSpPr>
        <p:spPr>
          <a:xfrm rot="-899948" flipH="1">
            <a:off x="3931447" y="2217604"/>
            <a:ext cx="1214018" cy="1106027"/>
          </a:xfrm>
          <a:custGeom>
            <a:avLst/>
            <a:gdLst/>
            <a:ahLst/>
            <a:cxnLst/>
            <a:rect l="l" t="t" r="r" b="b"/>
            <a:pathLst>
              <a:path w="86495" h="78801" extrusionOk="0">
                <a:moveTo>
                  <a:pt x="43245" y="1"/>
                </a:moveTo>
                <a:cubicBezTo>
                  <a:pt x="33162" y="1"/>
                  <a:pt x="23076" y="3845"/>
                  <a:pt x="15378" y="11533"/>
                </a:cubicBezTo>
                <a:cubicBezTo>
                  <a:pt x="1" y="26930"/>
                  <a:pt x="1" y="51876"/>
                  <a:pt x="15378" y="67253"/>
                </a:cubicBezTo>
                <a:cubicBezTo>
                  <a:pt x="23076" y="74951"/>
                  <a:pt x="33162" y="78801"/>
                  <a:pt x="43245" y="78801"/>
                </a:cubicBezTo>
                <a:cubicBezTo>
                  <a:pt x="53328" y="78801"/>
                  <a:pt x="63409" y="74951"/>
                  <a:pt x="71097" y="67253"/>
                </a:cubicBezTo>
                <a:cubicBezTo>
                  <a:pt x="86494" y="51876"/>
                  <a:pt x="86494" y="26930"/>
                  <a:pt x="71097" y="11533"/>
                </a:cubicBezTo>
                <a:cubicBezTo>
                  <a:pt x="63409" y="3845"/>
                  <a:pt x="53328" y="1"/>
                  <a:pt x="4324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09" name="Google Shape;209;p17"/>
          <p:cNvGrpSpPr/>
          <p:nvPr/>
        </p:nvGrpSpPr>
        <p:grpSpPr>
          <a:xfrm>
            <a:off x="4064282" y="2421924"/>
            <a:ext cx="948251" cy="738810"/>
            <a:chOff x="4064282" y="2421924"/>
            <a:chExt cx="948251" cy="738810"/>
          </a:xfrm>
        </p:grpSpPr>
        <p:sp>
          <p:nvSpPr>
            <p:cNvPr id="210" name="Google Shape;210;p17"/>
            <p:cNvSpPr/>
            <p:nvPr/>
          </p:nvSpPr>
          <p:spPr>
            <a:xfrm>
              <a:off x="4064282" y="2421924"/>
              <a:ext cx="560623" cy="613758"/>
            </a:xfrm>
            <a:custGeom>
              <a:avLst/>
              <a:gdLst/>
              <a:ahLst/>
              <a:cxnLst/>
              <a:rect l="l" t="t" r="r" b="b"/>
              <a:pathLst>
                <a:path w="17947" h="19648" extrusionOk="0">
                  <a:moveTo>
                    <a:pt x="0" y="0"/>
                  </a:moveTo>
                  <a:lnTo>
                    <a:pt x="0" y="19648"/>
                  </a:lnTo>
                  <a:lnTo>
                    <a:pt x="17947" y="19648"/>
                  </a:lnTo>
                  <a:lnTo>
                    <a:pt x="179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1" name="Google Shape;211;p17"/>
            <p:cNvSpPr/>
            <p:nvPr/>
          </p:nvSpPr>
          <p:spPr>
            <a:xfrm>
              <a:off x="4064282" y="2648026"/>
              <a:ext cx="948251" cy="429362"/>
            </a:xfrm>
            <a:custGeom>
              <a:avLst/>
              <a:gdLst/>
              <a:ahLst/>
              <a:cxnLst/>
              <a:rect l="l" t="t" r="r" b="b"/>
              <a:pathLst>
                <a:path w="30356" h="13745" extrusionOk="0">
                  <a:moveTo>
                    <a:pt x="17947" y="1"/>
                  </a:moveTo>
                  <a:lnTo>
                    <a:pt x="17947" y="9741"/>
                  </a:lnTo>
                  <a:lnTo>
                    <a:pt x="0" y="9741"/>
                  </a:lnTo>
                  <a:lnTo>
                    <a:pt x="0" y="12410"/>
                  </a:lnTo>
                  <a:lnTo>
                    <a:pt x="0" y="13144"/>
                  </a:lnTo>
                  <a:lnTo>
                    <a:pt x="0" y="13744"/>
                  </a:lnTo>
                  <a:lnTo>
                    <a:pt x="30355" y="13744"/>
                  </a:lnTo>
                  <a:lnTo>
                    <a:pt x="30355" y="12110"/>
                  </a:lnTo>
                  <a:lnTo>
                    <a:pt x="29155" y="12110"/>
                  </a:lnTo>
                  <a:lnTo>
                    <a:pt x="29155" y="7273"/>
                  </a:lnTo>
                  <a:lnTo>
                    <a:pt x="27620" y="6872"/>
                  </a:lnTo>
                  <a:lnTo>
                    <a:pt x="24918" y="1"/>
                  </a:lnTo>
                  <a:close/>
                </a:path>
              </a:pathLst>
            </a:cu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2" name="Google Shape;212;p17"/>
            <p:cNvSpPr/>
            <p:nvPr/>
          </p:nvSpPr>
          <p:spPr>
            <a:xfrm>
              <a:off x="4120542" y="2993987"/>
              <a:ext cx="166747" cy="166747"/>
            </a:xfrm>
            <a:custGeom>
              <a:avLst/>
              <a:gdLst/>
              <a:ahLst/>
              <a:cxnLst/>
              <a:rect l="l" t="t" r="r" b="b"/>
              <a:pathLst>
                <a:path w="5338" h="5338" extrusionOk="0">
                  <a:moveTo>
                    <a:pt x="2669" y="0"/>
                  </a:moveTo>
                  <a:cubicBezTo>
                    <a:pt x="1168" y="0"/>
                    <a:pt x="1" y="1201"/>
                    <a:pt x="1" y="2669"/>
                  </a:cubicBezTo>
                  <a:cubicBezTo>
                    <a:pt x="1" y="4170"/>
                    <a:pt x="1202" y="5338"/>
                    <a:pt x="2669" y="5338"/>
                  </a:cubicBezTo>
                  <a:cubicBezTo>
                    <a:pt x="4137" y="5338"/>
                    <a:pt x="5338" y="4170"/>
                    <a:pt x="5338" y="2669"/>
                  </a:cubicBezTo>
                  <a:cubicBezTo>
                    <a:pt x="5338" y="1201"/>
                    <a:pt x="4137" y="0"/>
                    <a:pt x="26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3" name="Google Shape;213;p17"/>
            <p:cNvSpPr/>
            <p:nvPr/>
          </p:nvSpPr>
          <p:spPr>
            <a:xfrm>
              <a:off x="4175771" y="3050247"/>
              <a:ext cx="55259" cy="55259"/>
            </a:xfrm>
            <a:custGeom>
              <a:avLst/>
              <a:gdLst/>
              <a:ahLst/>
              <a:cxnLst/>
              <a:rect l="l" t="t" r="r" b="b"/>
              <a:pathLst>
                <a:path w="1769" h="1769" extrusionOk="0">
                  <a:moveTo>
                    <a:pt x="901" y="1"/>
                  </a:moveTo>
                  <a:cubicBezTo>
                    <a:pt x="401" y="1"/>
                    <a:pt x="1" y="401"/>
                    <a:pt x="1" y="868"/>
                  </a:cubicBezTo>
                  <a:cubicBezTo>
                    <a:pt x="1" y="1368"/>
                    <a:pt x="401" y="1769"/>
                    <a:pt x="901" y="1769"/>
                  </a:cubicBezTo>
                  <a:cubicBezTo>
                    <a:pt x="1368" y="1769"/>
                    <a:pt x="1769" y="1368"/>
                    <a:pt x="1769" y="868"/>
                  </a:cubicBezTo>
                  <a:cubicBezTo>
                    <a:pt x="1769" y="401"/>
                    <a:pt x="1368" y="1"/>
                    <a:pt x="90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4" name="Google Shape;214;p17"/>
            <p:cNvSpPr/>
            <p:nvPr/>
          </p:nvSpPr>
          <p:spPr>
            <a:xfrm>
              <a:off x="4708256" y="2993987"/>
              <a:ext cx="166747" cy="166747"/>
            </a:xfrm>
            <a:custGeom>
              <a:avLst/>
              <a:gdLst/>
              <a:ahLst/>
              <a:cxnLst/>
              <a:rect l="l" t="t" r="r" b="b"/>
              <a:pathLst>
                <a:path w="5338" h="5338" extrusionOk="0">
                  <a:moveTo>
                    <a:pt x="2669" y="0"/>
                  </a:moveTo>
                  <a:cubicBezTo>
                    <a:pt x="1201" y="0"/>
                    <a:pt x="0" y="1201"/>
                    <a:pt x="0" y="2669"/>
                  </a:cubicBezTo>
                  <a:cubicBezTo>
                    <a:pt x="0" y="4170"/>
                    <a:pt x="1201" y="5338"/>
                    <a:pt x="2669" y="5338"/>
                  </a:cubicBezTo>
                  <a:cubicBezTo>
                    <a:pt x="4136" y="5338"/>
                    <a:pt x="5337" y="4170"/>
                    <a:pt x="5337" y="2669"/>
                  </a:cubicBezTo>
                  <a:cubicBezTo>
                    <a:pt x="5337" y="1201"/>
                    <a:pt x="4136" y="0"/>
                    <a:pt x="26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5" name="Google Shape;215;p17"/>
            <p:cNvSpPr/>
            <p:nvPr/>
          </p:nvSpPr>
          <p:spPr>
            <a:xfrm>
              <a:off x="4763484" y="3050247"/>
              <a:ext cx="55259" cy="55259"/>
            </a:xfrm>
            <a:custGeom>
              <a:avLst/>
              <a:gdLst/>
              <a:ahLst/>
              <a:cxnLst/>
              <a:rect l="l" t="t" r="r" b="b"/>
              <a:pathLst>
                <a:path w="1769" h="1769" extrusionOk="0">
                  <a:moveTo>
                    <a:pt x="901" y="1"/>
                  </a:moveTo>
                  <a:cubicBezTo>
                    <a:pt x="400" y="1"/>
                    <a:pt x="0" y="401"/>
                    <a:pt x="0" y="868"/>
                  </a:cubicBezTo>
                  <a:cubicBezTo>
                    <a:pt x="0" y="1368"/>
                    <a:pt x="400" y="1769"/>
                    <a:pt x="901" y="1769"/>
                  </a:cubicBezTo>
                  <a:cubicBezTo>
                    <a:pt x="1401" y="1769"/>
                    <a:pt x="1768" y="1368"/>
                    <a:pt x="1768" y="868"/>
                  </a:cubicBezTo>
                  <a:cubicBezTo>
                    <a:pt x="1768" y="401"/>
                    <a:pt x="1401" y="1"/>
                    <a:pt x="901"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6" name="Google Shape;216;p17"/>
            <p:cNvSpPr/>
            <p:nvPr/>
          </p:nvSpPr>
          <p:spPr>
            <a:xfrm>
              <a:off x="4648841" y="2683481"/>
              <a:ext cx="227192" cy="162561"/>
            </a:xfrm>
            <a:custGeom>
              <a:avLst/>
              <a:gdLst/>
              <a:ahLst/>
              <a:cxnLst/>
              <a:rect l="l" t="t" r="r" b="b"/>
              <a:pathLst>
                <a:path w="7273" h="5204" extrusionOk="0">
                  <a:moveTo>
                    <a:pt x="1" y="0"/>
                  </a:moveTo>
                  <a:lnTo>
                    <a:pt x="1" y="5204"/>
                  </a:lnTo>
                  <a:lnTo>
                    <a:pt x="7273" y="5204"/>
                  </a:lnTo>
                  <a:lnTo>
                    <a:pt x="543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17" name="Google Shape;217;p17"/>
          <p:cNvSpPr/>
          <p:nvPr/>
        </p:nvSpPr>
        <p:spPr>
          <a:xfrm>
            <a:off x="4195684" y="2539890"/>
            <a:ext cx="311959" cy="331833"/>
          </a:xfrm>
          <a:custGeom>
            <a:avLst/>
            <a:gdLst/>
            <a:ahLst/>
            <a:cxnLst/>
            <a:rect l="l" t="t" r="r" b="b"/>
            <a:pathLst>
              <a:path w="10475" h="11143" extrusionOk="0">
                <a:moveTo>
                  <a:pt x="6005" y="3470"/>
                </a:moveTo>
                <a:cubicBezTo>
                  <a:pt x="6371" y="3470"/>
                  <a:pt x="6638" y="3537"/>
                  <a:pt x="6805" y="3604"/>
                </a:cubicBezTo>
                <a:lnTo>
                  <a:pt x="6472" y="5405"/>
                </a:lnTo>
                <a:cubicBezTo>
                  <a:pt x="6305" y="6406"/>
                  <a:pt x="5437" y="7573"/>
                  <a:pt x="4537" y="7573"/>
                </a:cubicBezTo>
                <a:cubicBezTo>
                  <a:pt x="3836" y="7573"/>
                  <a:pt x="3469" y="7073"/>
                  <a:pt x="3469" y="6372"/>
                </a:cubicBezTo>
                <a:cubicBezTo>
                  <a:pt x="3469" y="4804"/>
                  <a:pt x="4604" y="3470"/>
                  <a:pt x="6005" y="3470"/>
                </a:cubicBezTo>
                <a:close/>
                <a:moveTo>
                  <a:pt x="5838" y="1"/>
                </a:moveTo>
                <a:cubicBezTo>
                  <a:pt x="2269" y="1"/>
                  <a:pt x="0" y="2870"/>
                  <a:pt x="0" y="6139"/>
                </a:cubicBezTo>
                <a:cubicBezTo>
                  <a:pt x="0" y="9241"/>
                  <a:pt x="2235" y="11142"/>
                  <a:pt x="4837" y="11142"/>
                </a:cubicBezTo>
                <a:cubicBezTo>
                  <a:pt x="5904" y="11142"/>
                  <a:pt x="6805" y="10975"/>
                  <a:pt x="7672" y="10508"/>
                </a:cubicBezTo>
                <a:lnTo>
                  <a:pt x="7439" y="9808"/>
                </a:lnTo>
                <a:cubicBezTo>
                  <a:pt x="6772" y="10175"/>
                  <a:pt x="5938" y="10375"/>
                  <a:pt x="5037" y="10375"/>
                </a:cubicBezTo>
                <a:cubicBezTo>
                  <a:pt x="2669" y="10375"/>
                  <a:pt x="901" y="8707"/>
                  <a:pt x="901" y="6039"/>
                </a:cubicBezTo>
                <a:cubicBezTo>
                  <a:pt x="901" y="2803"/>
                  <a:pt x="3102" y="735"/>
                  <a:pt x="5704" y="735"/>
                </a:cubicBezTo>
                <a:cubicBezTo>
                  <a:pt x="8173" y="735"/>
                  <a:pt x="9574" y="2403"/>
                  <a:pt x="9574" y="4738"/>
                </a:cubicBezTo>
                <a:cubicBezTo>
                  <a:pt x="9574" y="6545"/>
                  <a:pt x="8699" y="7640"/>
                  <a:pt x="7876" y="7640"/>
                </a:cubicBezTo>
                <a:cubicBezTo>
                  <a:pt x="7864" y="7640"/>
                  <a:pt x="7851" y="7640"/>
                  <a:pt x="7839" y="7640"/>
                </a:cubicBezTo>
                <a:cubicBezTo>
                  <a:pt x="7305" y="7640"/>
                  <a:pt x="7139" y="7073"/>
                  <a:pt x="7372" y="5872"/>
                </a:cubicBezTo>
                <a:lnTo>
                  <a:pt x="7906" y="2970"/>
                </a:lnTo>
                <a:cubicBezTo>
                  <a:pt x="7506" y="2770"/>
                  <a:pt x="6872" y="2636"/>
                  <a:pt x="6205" y="2636"/>
                </a:cubicBezTo>
                <a:cubicBezTo>
                  <a:pt x="3970" y="2636"/>
                  <a:pt x="2435" y="4437"/>
                  <a:pt x="2435" y="6439"/>
                </a:cubicBezTo>
                <a:cubicBezTo>
                  <a:pt x="2435" y="7673"/>
                  <a:pt x="3203" y="8440"/>
                  <a:pt x="4137" y="8440"/>
                </a:cubicBezTo>
                <a:cubicBezTo>
                  <a:pt x="5104" y="8440"/>
                  <a:pt x="5838" y="7973"/>
                  <a:pt x="6405" y="7039"/>
                </a:cubicBezTo>
                <a:lnTo>
                  <a:pt x="6438" y="7039"/>
                </a:lnTo>
                <a:cubicBezTo>
                  <a:pt x="6405" y="8007"/>
                  <a:pt x="7005" y="8440"/>
                  <a:pt x="7639" y="8440"/>
                </a:cubicBezTo>
                <a:cubicBezTo>
                  <a:pt x="9140" y="8440"/>
                  <a:pt x="10474" y="7039"/>
                  <a:pt x="10474" y="4638"/>
                </a:cubicBezTo>
                <a:cubicBezTo>
                  <a:pt x="10474" y="1969"/>
                  <a:pt x="8606" y="1"/>
                  <a:pt x="583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8" name="Google Shape;218;p17"/>
          <p:cNvSpPr txBox="1">
            <a:spLocks noGrp="1"/>
          </p:cNvSpPr>
          <p:nvPr>
            <p:ph type="title"/>
          </p:nvPr>
        </p:nvSpPr>
        <p:spPr>
          <a:xfrm>
            <a:off x="4714850" y="3488475"/>
            <a:ext cx="6294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solidFill>
                  <a:schemeClr val="lt1"/>
                </a:solidFill>
              </a:rPr>
              <a:t>35%</a:t>
            </a:r>
            <a:endParaRPr sz="1500">
              <a:solidFill>
                <a:schemeClr val="lt1"/>
              </a:solidFill>
            </a:endParaRPr>
          </a:p>
        </p:txBody>
      </p:sp>
      <p:sp>
        <p:nvSpPr>
          <p:cNvPr id="219" name="Google Shape;219;p17"/>
          <p:cNvSpPr txBox="1">
            <a:spLocks noGrp="1"/>
          </p:cNvSpPr>
          <p:nvPr>
            <p:ph type="title"/>
          </p:nvPr>
        </p:nvSpPr>
        <p:spPr>
          <a:xfrm>
            <a:off x="3214275" y="2608988"/>
            <a:ext cx="6294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solidFill>
                  <a:schemeClr val="lt1"/>
                </a:solidFill>
              </a:rPr>
              <a:t>20%</a:t>
            </a:r>
            <a:endParaRPr sz="1500">
              <a:solidFill>
                <a:schemeClr val="lt1"/>
              </a:solidFill>
            </a:endParaRPr>
          </a:p>
        </p:txBody>
      </p:sp>
      <p:sp>
        <p:nvSpPr>
          <p:cNvPr id="220" name="Google Shape;220;p17"/>
          <p:cNvSpPr txBox="1">
            <a:spLocks noGrp="1"/>
          </p:cNvSpPr>
          <p:nvPr>
            <p:ph type="title"/>
          </p:nvPr>
        </p:nvSpPr>
        <p:spPr>
          <a:xfrm>
            <a:off x="4259388" y="1591475"/>
            <a:ext cx="6294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solidFill>
                  <a:schemeClr val="lt1"/>
                </a:solidFill>
              </a:rPr>
              <a:t>15%</a:t>
            </a:r>
            <a:endParaRPr sz="1500">
              <a:solidFill>
                <a:schemeClr val="lt1"/>
              </a:solidFill>
            </a:endParaRPr>
          </a:p>
        </p:txBody>
      </p:sp>
      <p:sp>
        <p:nvSpPr>
          <p:cNvPr id="221" name="Google Shape;221;p17"/>
          <p:cNvSpPr txBox="1">
            <a:spLocks noGrp="1"/>
          </p:cNvSpPr>
          <p:nvPr>
            <p:ph type="title"/>
          </p:nvPr>
        </p:nvSpPr>
        <p:spPr>
          <a:xfrm>
            <a:off x="5117938" y="1939025"/>
            <a:ext cx="6294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solidFill>
                  <a:schemeClr val="lt1"/>
                </a:solidFill>
              </a:rPr>
              <a:t>15%</a:t>
            </a:r>
            <a:endParaRPr sz="1500">
              <a:solidFill>
                <a:schemeClr val="lt1"/>
              </a:solidFill>
            </a:endParaRPr>
          </a:p>
        </p:txBody>
      </p:sp>
      <p:sp>
        <p:nvSpPr>
          <p:cNvPr id="222" name="Google Shape;222;p17"/>
          <p:cNvSpPr txBox="1">
            <a:spLocks noGrp="1"/>
          </p:cNvSpPr>
          <p:nvPr>
            <p:ph type="title"/>
          </p:nvPr>
        </p:nvSpPr>
        <p:spPr>
          <a:xfrm>
            <a:off x="5344238" y="2608988"/>
            <a:ext cx="6294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solidFill>
                  <a:schemeClr val="lt1"/>
                </a:solidFill>
              </a:rPr>
              <a:t>10%</a:t>
            </a:r>
            <a:endParaRPr sz="1500">
              <a:solidFill>
                <a:schemeClr val="lt1"/>
              </a:solidFill>
            </a:endParaRPr>
          </a:p>
        </p:txBody>
      </p:sp>
      <p:sp>
        <p:nvSpPr>
          <p:cNvPr id="223" name="Google Shape;223;p17"/>
          <p:cNvSpPr txBox="1">
            <a:spLocks noGrp="1"/>
          </p:cNvSpPr>
          <p:nvPr>
            <p:ph type="title"/>
          </p:nvPr>
        </p:nvSpPr>
        <p:spPr>
          <a:xfrm>
            <a:off x="3691424" y="1725813"/>
            <a:ext cx="6294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solidFill>
                  <a:schemeClr val="lt1"/>
                </a:solidFill>
              </a:rPr>
              <a:t>5%</a:t>
            </a:r>
            <a:endParaRPr sz="15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8"/>
          <p:cNvSpPr txBox="1">
            <a:spLocks noGrp="1"/>
          </p:cNvSpPr>
          <p:nvPr>
            <p:ph type="title"/>
          </p:nvPr>
        </p:nvSpPr>
        <p:spPr>
          <a:xfrm>
            <a:off x="513660" y="135131"/>
            <a:ext cx="8053330" cy="32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Harajatlar va Moliyaviy Hisob-kitoblar</a:t>
            </a:r>
            <a:endParaRPr lang="en-GB" sz="1200"/>
          </a:p>
        </p:txBody>
      </p:sp>
      <p:sp>
        <p:nvSpPr>
          <p:cNvPr id="229" name="Google Shape;229;p18"/>
          <p:cNvSpPr/>
          <p:nvPr/>
        </p:nvSpPr>
        <p:spPr>
          <a:xfrm>
            <a:off x="3690913" y="3570575"/>
            <a:ext cx="1762125" cy="1145025"/>
          </a:xfrm>
          <a:custGeom>
            <a:avLst/>
            <a:gdLst/>
            <a:ahLst/>
            <a:cxnLst/>
            <a:rect l="l" t="t" r="r" b="b"/>
            <a:pathLst>
              <a:path w="70485" h="45801" extrusionOk="0">
                <a:moveTo>
                  <a:pt x="2435" y="1"/>
                </a:moveTo>
                <a:cubicBezTo>
                  <a:pt x="1101" y="1"/>
                  <a:pt x="0" y="1068"/>
                  <a:pt x="0" y="2436"/>
                </a:cubicBezTo>
                <a:lnTo>
                  <a:pt x="0" y="43365"/>
                </a:lnTo>
                <a:cubicBezTo>
                  <a:pt x="0" y="44733"/>
                  <a:pt x="1101" y="45800"/>
                  <a:pt x="2435" y="45800"/>
                </a:cubicBezTo>
                <a:lnTo>
                  <a:pt x="68049" y="45800"/>
                </a:lnTo>
                <a:cubicBezTo>
                  <a:pt x="69417" y="45800"/>
                  <a:pt x="70484" y="44733"/>
                  <a:pt x="70484" y="43365"/>
                </a:cubicBezTo>
                <a:lnTo>
                  <a:pt x="70484" y="2436"/>
                </a:lnTo>
                <a:cubicBezTo>
                  <a:pt x="70484" y="1068"/>
                  <a:pt x="69417" y="1"/>
                  <a:pt x="68049" y="1"/>
                </a:cubicBezTo>
                <a:close/>
              </a:path>
            </a:pathLst>
          </a:cu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0" name="Google Shape;230;p18"/>
          <p:cNvSpPr/>
          <p:nvPr/>
        </p:nvSpPr>
        <p:spPr>
          <a:xfrm>
            <a:off x="3505375" y="4636350"/>
            <a:ext cx="2133200" cy="97575"/>
          </a:xfrm>
          <a:custGeom>
            <a:avLst/>
            <a:gdLst/>
            <a:ahLst/>
            <a:cxnLst/>
            <a:rect l="l" t="t" r="r" b="b"/>
            <a:pathLst>
              <a:path w="85328" h="3903" extrusionOk="0">
                <a:moveTo>
                  <a:pt x="0" y="0"/>
                </a:moveTo>
                <a:lnTo>
                  <a:pt x="0" y="1468"/>
                </a:lnTo>
                <a:cubicBezTo>
                  <a:pt x="0" y="2802"/>
                  <a:pt x="1068" y="3903"/>
                  <a:pt x="2402" y="3903"/>
                </a:cubicBezTo>
                <a:lnTo>
                  <a:pt x="82893" y="3903"/>
                </a:lnTo>
                <a:cubicBezTo>
                  <a:pt x="84227" y="3903"/>
                  <a:pt x="85328" y="2802"/>
                  <a:pt x="85328" y="1468"/>
                </a:cubicBezTo>
                <a:lnTo>
                  <a:pt x="85328" y="0"/>
                </a:lnTo>
                <a:close/>
              </a:path>
            </a:pathLst>
          </a:custGeom>
          <a:solidFill>
            <a:srgbClr val="99999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1" name="Google Shape;231;p18"/>
          <p:cNvSpPr/>
          <p:nvPr/>
        </p:nvSpPr>
        <p:spPr>
          <a:xfrm>
            <a:off x="3505375" y="4636350"/>
            <a:ext cx="2133200" cy="49225"/>
          </a:xfrm>
          <a:custGeom>
            <a:avLst/>
            <a:gdLst/>
            <a:ahLst/>
            <a:cxnLst/>
            <a:rect l="l" t="t" r="r" b="b"/>
            <a:pathLst>
              <a:path w="85328" h="1969" extrusionOk="0">
                <a:moveTo>
                  <a:pt x="0" y="0"/>
                </a:moveTo>
                <a:lnTo>
                  <a:pt x="0" y="1468"/>
                </a:lnTo>
                <a:cubicBezTo>
                  <a:pt x="0" y="1635"/>
                  <a:pt x="0" y="1801"/>
                  <a:pt x="33" y="1968"/>
                </a:cubicBezTo>
                <a:lnTo>
                  <a:pt x="85294" y="1968"/>
                </a:lnTo>
                <a:cubicBezTo>
                  <a:pt x="85328" y="1801"/>
                  <a:pt x="85328" y="1635"/>
                  <a:pt x="85328" y="1468"/>
                </a:cubicBezTo>
                <a:lnTo>
                  <a:pt x="85328" y="0"/>
                </a:lnTo>
                <a:close/>
              </a:path>
            </a:pathLst>
          </a:cu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2" name="Google Shape;232;p18"/>
          <p:cNvSpPr/>
          <p:nvPr/>
        </p:nvSpPr>
        <p:spPr>
          <a:xfrm>
            <a:off x="3773050" y="3685650"/>
            <a:ext cx="1597850" cy="774750"/>
          </a:xfrm>
          <a:custGeom>
            <a:avLst/>
            <a:gdLst/>
            <a:ahLst/>
            <a:cxnLst/>
            <a:rect l="l" t="t" r="r" b="b"/>
            <a:pathLst>
              <a:path w="63914" h="30990" extrusionOk="0">
                <a:moveTo>
                  <a:pt x="1" y="1"/>
                </a:moveTo>
                <a:lnTo>
                  <a:pt x="1" y="30990"/>
                </a:lnTo>
                <a:lnTo>
                  <a:pt x="63913" y="30990"/>
                </a:lnTo>
                <a:lnTo>
                  <a:pt x="63913" y="1"/>
                </a:lnTo>
                <a:close/>
              </a:path>
            </a:pathLst>
          </a:custGeom>
          <a:solidFill>
            <a:srgbClr val="EFEF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900"/>
              <a:buFont typeface="Arial" panose="020B0604020202020204"/>
              <a:buNone/>
            </a:pPr>
            <a:r>
              <a:rPr lang="en-GB" sz="1200" b="0" i="0" u="none" strike="noStrike" cap="none">
                <a:solidFill>
                  <a:schemeClr val="dk2"/>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rPr>
              <a:t>SHOP</a:t>
            </a:r>
            <a:endParaRPr sz="2900" b="0" i="0" u="none" strike="noStrike" cap="none">
              <a:solidFill>
                <a:schemeClr val="dk2"/>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endParaRPr>
          </a:p>
        </p:txBody>
      </p:sp>
      <p:sp>
        <p:nvSpPr>
          <p:cNvPr id="233" name="Google Shape;233;p18"/>
          <p:cNvSpPr/>
          <p:nvPr/>
        </p:nvSpPr>
        <p:spPr>
          <a:xfrm rot="-1120430">
            <a:off x="4924113" y="4115882"/>
            <a:ext cx="173946" cy="295882"/>
          </a:xfrm>
          <a:custGeom>
            <a:avLst/>
            <a:gdLst/>
            <a:ahLst/>
            <a:cxnLst/>
            <a:rect l="l" t="t" r="r" b="b"/>
            <a:pathLst>
              <a:path w="2903" h="4938" extrusionOk="0">
                <a:moveTo>
                  <a:pt x="1" y="1"/>
                </a:moveTo>
                <a:lnTo>
                  <a:pt x="1" y="1202"/>
                </a:lnTo>
                <a:lnTo>
                  <a:pt x="1" y="1235"/>
                </a:lnTo>
                <a:lnTo>
                  <a:pt x="1" y="4070"/>
                </a:lnTo>
                <a:lnTo>
                  <a:pt x="901" y="2936"/>
                </a:lnTo>
                <a:lnTo>
                  <a:pt x="1902" y="4938"/>
                </a:lnTo>
                <a:lnTo>
                  <a:pt x="2569" y="4604"/>
                </a:lnTo>
                <a:lnTo>
                  <a:pt x="1669" y="2836"/>
                </a:lnTo>
                <a:lnTo>
                  <a:pt x="1669" y="2836"/>
                </a:lnTo>
                <a:lnTo>
                  <a:pt x="2903" y="2903"/>
                </a:lnTo>
                <a:lnTo>
                  <a:pt x="1" y="1"/>
                </a:lnTo>
                <a:close/>
              </a:path>
            </a:pathLst>
          </a:cu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4" name="Google Shape;234;p18"/>
          <p:cNvSpPr/>
          <p:nvPr/>
        </p:nvSpPr>
        <p:spPr>
          <a:xfrm>
            <a:off x="797999" y="1299795"/>
            <a:ext cx="640475" cy="35875"/>
          </a:xfrm>
          <a:custGeom>
            <a:avLst/>
            <a:gdLst/>
            <a:ahLst/>
            <a:cxnLst/>
            <a:rect l="l" t="t" r="r" b="b"/>
            <a:pathLst>
              <a:path w="25619" h="1435" extrusionOk="0">
                <a:moveTo>
                  <a:pt x="0" y="0"/>
                </a:moveTo>
                <a:lnTo>
                  <a:pt x="0" y="1434"/>
                </a:lnTo>
                <a:lnTo>
                  <a:pt x="25618" y="1434"/>
                </a:lnTo>
                <a:lnTo>
                  <a:pt x="2561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35" name="Google Shape;235;p18"/>
          <p:cNvGrpSpPr/>
          <p:nvPr/>
        </p:nvGrpSpPr>
        <p:grpSpPr>
          <a:xfrm>
            <a:off x="635800" y="1324808"/>
            <a:ext cx="919000" cy="930400"/>
            <a:chOff x="779606" y="2781075"/>
            <a:chExt cx="919000" cy="930400"/>
          </a:xfrm>
        </p:grpSpPr>
        <p:sp>
          <p:nvSpPr>
            <p:cNvPr id="236" name="Google Shape;236;p18"/>
            <p:cNvSpPr/>
            <p:nvPr/>
          </p:nvSpPr>
          <p:spPr>
            <a:xfrm>
              <a:off x="926381" y="2781075"/>
              <a:ext cx="640475" cy="393625"/>
            </a:xfrm>
            <a:custGeom>
              <a:avLst/>
              <a:gdLst/>
              <a:ahLst/>
              <a:cxnLst/>
              <a:rect l="l" t="t" r="r" b="b"/>
              <a:pathLst>
                <a:path w="25619" h="15745" extrusionOk="0">
                  <a:moveTo>
                    <a:pt x="0" y="0"/>
                  </a:moveTo>
                  <a:lnTo>
                    <a:pt x="0" y="15745"/>
                  </a:lnTo>
                  <a:lnTo>
                    <a:pt x="25618" y="15745"/>
                  </a:lnTo>
                  <a:lnTo>
                    <a:pt x="25618" y="0"/>
                  </a:lnTo>
                  <a:close/>
                </a:path>
              </a:pathLst>
            </a:custGeom>
            <a:solidFill>
              <a:srgbClr val="FFFFFF"/>
            </a:solidFill>
            <a:ln w="20850" cap="flat" cmpd="sng">
              <a:solidFill>
                <a:srgbClr val="979A5F"/>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7" name="Google Shape;237;p18"/>
            <p:cNvSpPr/>
            <p:nvPr/>
          </p:nvSpPr>
          <p:spPr>
            <a:xfrm>
              <a:off x="779606" y="2958700"/>
              <a:ext cx="441175" cy="318575"/>
            </a:xfrm>
            <a:custGeom>
              <a:avLst/>
              <a:gdLst/>
              <a:ahLst/>
              <a:cxnLst/>
              <a:rect l="l" t="t" r="r" b="b"/>
              <a:pathLst>
                <a:path w="17647" h="12743" extrusionOk="0">
                  <a:moveTo>
                    <a:pt x="0" y="0"/>
                  </a:moveTo>
                  <a:lnTo>
                    <a:pt x="0" y="12743"/>
                  </a:lnTo>
                  <a:lnTo>
                    <a:pt x="17646" y="12743"/>
                  </a:lnTo>
                  <a:lnTo>
                    <a:pt x="17646" y="0"/>
                  </a:lnTo>
                  <a:close/>
                </a:path>
              </a:pathLst>
            </a:custGeom>
            <a:solidFill>
              <a:srgbClr val="FFFFFF"/>
            </a:solidFill>
            <a:ln w="2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8" name="Google Shape;238;p18"/>
            <p:cNvSpPr/>
            <p:nvPr/>
          </p:nvSpPr>
          <p:spPr>
            <a:xfrm>
              <a:off x="779606" y="2958700"/>
              <a:ext cx="441175" cy="29200"/>
            </a:xfrm>
            <a:custGeom>
              <a:avLst/>
              <a:gdLst/>
              <a:ahLst/>
              <a:cxnLst/>
              <a:rect l="l" t="t" r="r" b="b"/>
              <a:pathLst>
                <a:path w="17647" h="1168" extrusionOk="0">
                  <a:moveTo>
                    <a:pt x="0" y="0"/>
                  </a:moveTo>
                  <a:lnTo>
                    <a:pt x="0" y="1168"/>
                  </a:lnTo>
                  <a:lnTo>
                    <a:pt x="17646" y="1168"/>
                  </a:lnTo>
                  <a:lnTo>
                    <a:pt x="17646" y="0"/>
                  </a:lnTo>
                  <a:close/>
                </a:path>
              </a:pathLst>
            </a:custGeom>
            <a:solidFill>
              <a:srgbClr val="979A5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18"/>
            <p:cNvSpPr/>
            <p:nvPr/>
          </p:nvSpPr>
          <p:spPr>
            <a:xfrm>
              <a:off x="932206" y="3394825"/>
              <a:ext cx="316925" cy="228525"/>
            </a:xfrm>
            <a:custGeom>
              <a:avLst/>
              <a:gdLst/>
              <a:ahLst/>
              <a:cxnLst/>
              <a:rect l="l" t="t" r="r" b="b"/>
              <a:pathLst>
                <a:path w="12677" h="9141" extrusionOk="0">
                  <a:moveTo>
                    <a:pt x="1" y="1"/>
                  </a:moveTo>
                  <a:lnTo>
                    <a:pt x="1" y="9141"/>
                  </a:lnTo>
                  <a:lnTo>
                    <a:pt x="12676" y="9141"/>
                  </a:lnTo>
                  <a:lnTo>
                    <a:pt x="12676" y="1"/>
                  </a:lnTo>
                  <a:close/>
                </a:path>
              </a:pathLst>
            </a:custGeom>
            <a:solidFill>
              <a:srgbClr val="FFFFFF"/>
            </a:solidFill>
            <a:ln w="2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0" name="Google Shape;240;p18"/>
            <p:cNvSpPr/>
            <p:nvPr/>
          </p:nvSpPr>
          <p:spPr>
            <a:xfrm>
              <a:off x="932206" y="3395675"/>
              <a:ext cx="316925" cy="30050"/>
            </a:xfrm>
            <a:custGeom>
              <a:avLst/>
              <a:gdLst/>
              <a:ahLst/>
              <a:cxnLst/>
              <a:rect l="l" t="t" r="r" b="b"/>
              <a:pathLst>
                <a:path w="12677" h="1202" extrusionOk="0">
                  <a:moveTo>
                    <a:pt x="1" y="0"/>
                  </a:moveTo>
                  <a:lnTo>
                    <a:pt x="1" y="1201"/>
                  </a:lnTo>
                  <a:lnTo>
                    <a:pt x="12676" y="1201"/>
                  </a:lnTo>
                  <a:lnTo>
                    <a:pt x="12676" y="0"/>
                  </a:lnTo>
                  <a:close/>
                </a:path>
              </a:pathLst>
            </a:custGeom>
            <a:solidFill>
              <a:srgbClr val="979A5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1" name="Google Shape;241;p18"/>
            <p:cNvSpPr/>
            <p:nvPr/>
          </p:nvSpPr>
          <p:spPr>
            <a:xfrm>
              <a:off x="1482606" y="3248075"/>
              <a:ext cx="216000" cy="155950"/>
            </a:xfrm>
            <a:custGeom>
              <a:avLst/>
              <a:gdLst/>
              <a:ahLst/>
              <a:cxnLst/>
              <a:rect l="l" t="t" r="r" b="b"/>
              <a:pathLst>
                <a:path w="8640" h="6238" extrusionOk="0">
                  <a:moveTo>
                    <a:pt x="0" y="0"/>
                  </a:moveTo>
                  <a:lnTo>
                    <a:pt x="0" y="6238"/>
                  </a:lnTo>
                  <a:lnTo>
                    <a:pt x="8640" y="6238"/>
                  </a:lnTo>
                  <a:lnTo>
                    <a:pt x="8640" y="0"/>
                  </a:lnTo>
                  <a:close/>
                </a:path>
              </a:pathLst>
            </a:custGeom>
            <a:solidFill>
              <a:srgbClr val="FFFFFF"/>
            </a:solidFill>
            <a:ln w="20850" cap="flat" cmpd="sng">
              <a:solidFill>
                <a:schemeClr val="accent1"/>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2" name="Google Shape;242;p18"/>
            <p:cNvSpPr/>
            <p:nvPr/>
          </p:nvSpPr>
          <p:spPr>
            <a:xfrm>
              <a:off x="1482606" y="3248900"/>
              <a:ext cx="216000" cy="20875"/>
            </a:xfrm>
            <a:custGeom>
              <a:avLst/>
              <a:gdLst/>
              <a:ahLst/>
              <a:cxnLst/>
              <a:rect l="l" t="t" r="r" b="b"/>
              <a:pathLst>
                <a:path w="8640" h="835" extrusionOk="0">
                  <a:moveTo>
                    <a:pt x="0" y="0"/>
                  </a:moveTo>
                  <a:lnTo>
                    <a:pt x="0" y="834"/>
                  </a:lnTo>
                  <a:lnTo>
                    <a:pt x="8640" y="834"/>
                  </a:lnTo>
                  <a:lnTo>
                    <a:pt x="8640" y="0"/>
                  </a:lnTo>
                  <a:close/>
                </a:path>
              </a:pathLst>
            </a:custGeom>
            <a:solidFill>
              <a:srgbClr val="8F934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3" name="Google Shape;243;p18"/>
            <p:cNvSpPr/>
            <p:nvPr/>
          </p:nvSpPr>
          <p:spPr>
            <a:xfrm>
              <a:off x="1294131" y="3287800"/>
              <a:ext cx="113450" cy="182025"/>
            </a:xfrm>
            <a:custGeom>
              <a:avLst/>
              <a:gdLst/>
              <a:ahLst/>
              <a:cxnLst/>
              <a:rect l="l" t="t" r="r" b="b"/>
              <a:pathLst>
                <a:path w="4538" h="7281" extrusionOk="0">
                  <a:moveTo>
                    <a:pt x="984" y="0"/>
                  </a:moveTo>
                  <a:cubicBezTo>
                    <a:pt x="869" y="0"/>
                    <a:pt x="751" y="25"/>
                    <a:pt x="634" y="79"/>
                  </a:cubicBezTo>
                  <a:lnTo>
                    <a:pt x="601" y="112"/>
                  </a:lnTo>
                  <a:cubicBezTo>
                    <a:pt x="201" y="279"/>
                    <a:pt x="1" y="779"/>
                    <a:pt x="201" y="1180"/>
                  </a:cubicBezTo>
                  <a:lnTo>
                    <a:pt x="2803" y="6784"/>
                  </a:lnTo>
                  <a:cubicBezTo>
                    <a:pt x="2951" y="7106"/>
                    <a:pt x="3266" y="7281"/>
                    <a:pt x="3582" y="7281"/>
                  </a:cubicBezTo>
                  <a:cubicBezTo>
                    <a:pt x="3691" y="7281"/>
                    <a:pt x="3801" y="7260"/>
                    <a:pt x="3903" y="7217"/>
                  </a:cubicBezTo>
                  <a:lnTo>
                    <a:pt x="3937" y="7184"/>
                  </a:lnTo>
                  <a:cubicBezTo>
                    <a:pt x="4370" y="6984"/>
                    <a:pt x="4537" y="6517"/>
                    <a:pt x="4337" y="6083"/>
                  </a:cubicBezTo>
                  <a:lnTo>
                    <a:pt x="1735" y="479"/>
                  </a:lnTo>
                  <a:cubicBezTo>
                    <a:pt x="1589" y="186"/>
                    <a:pt x="1299" y="0"/>
                    <a:pt x="984" y="0"/>
                  </a:cubicBezTo>
                  <a:close/>
                </a:path>
              </a:pathLst>
            </a:custGeom>
            <a:solidFill>
              <a:srgbClr val="8F934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4" name="Google Shape;244;p18"/>
            <p:cNvSpPr/>
            <p:nvPr/>
          </p:nvSpPr>
          <p:spPr>
            <a:xfrm>
              <a:off x="1342506" y="3411100"/>
              <a:ext cx="186825" cy="300375"/>
            </a:xfrm>
            <a:custGeom>
              <a:avLst/>
              <a:gdLst/>
              <a:ahLst/>
              <a:cxnLst/>
              <a:rect l="l" t="t" r="r" b="b"/>
              <a:pathLst>
                <a:path w="7473" h="12015" extrusionOk="0">
                  <a:moveTo>
                    <a:pt x="1599" y="1"/>
                  </a:moveTo>
                  <a:cubicBezTo>
                    <a:pt x="1411" y="1"/>
                    <a:pt x="1219" y="38"/>
                    <a:pt x="1034" y="117"/>
                  </a:cubicBezTo>
                  <a:lnTo>
                    <a:pt x="968" y="150"/>
                  </a:lnTo>
                  <a:cubicBezTo>
                    <a:pt x="301" y="484"/>
                    <a:pt x="0" y="1285"/>
                    <a:pt x="301" y="1985"/>
                  </a:cubicBezTo>
                  <a:lnTo>
                    <a:pt x="4604" y="11225"/>
                  </a:lnTo>
                  <a:cubicBezTo>
                    <a:pt x="4846" y="11734"/>
                    <a:pt x="5335" y="12014"/>
                    <a:pt x="5853" y="12014"/>
                  </a:cubicBezTo>
                  <a:cubicBezTo>
                    <a:pt x="6048" y="12014"/>
                    <a:pt x="6247" y="11974"/>
                    <a:pt x="6438" y="11892"/>
                  </a:cubicBezTo>
                  <a:lnTo>
                    <a:pt x="6505" y="11859"/>
                  </a:lnTo>
                  <a:cubicBezTo>
                    <a:pt x="7172" y="11525"/>
                    <a:pt x="7472" y="10725"/>
                    <a:pt x="7172" y="10058"/>
                  </a:cubicBezTo>
                  <a:lnTo>
                    <a:pt x="2869" y="784"/>
                  </a:lnTo>
                  <a:cubicBezTo>
                    <a:pt x="2623" y="293"/>
                    <a:pt x="2124" y="1"/>
                    <a:pt x="1599" y="1"/>
                  </a:cubicBezTo>
                  <a:close/>
                </a:path>
              </a:pathLst>
            </a:custGeom>
            <a:solidFill>
              <a:srgbClr val="777A3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5" name="Google Shape;245;p18"/>
            <p:cNvSpPr/>
            <p:nvPr/>
          </p:nvSpPr>
          <p:spPr>
            <a:xfrm>
              <a:off x="1071481" y="3017875"/>
              <a:ext cx="381125" cy="337825"/>
            </a:xfrm>
            <a:custGeom>
              <a:avLst/>
              <a:gdLst/>
              <a:ahLst/>
              <a:cxnLst/>
              <a:rect l="l" t="t" r="r" b="b"/>
              <a:pathLst>
                <a:path w="15245" h="13513" extrusionOk="0">
                  <a:moveTo>
                    <a:pt x="7627" y="0"/>
                  </a:moveTo>
                  <a:cubicBezTo>
                    <a:pt x="4861" y="0"/>
                    <a:pt x="2263" y="1722"/>
                    <a:pt x="1268" y="4471"/>
                  </a:cubicBezTo>
                  <a:cubicBezTo>
                    <a:pt x="0" y="7974"/>
                    <a:pt x="1835" y="11843"/>
                    <a:pt x="5337" y="13111"/>
                  </a:cubicBezTo>
                  <a:cubicBezTo>
                    <a:pt x="6090" y="13383"/>
                    <a:pt x="6860" y="13512"/>
                    <a:pt x="7618" y="13512"/>
                  </a:cubicBezTo>
                  <a:cubicBezTo>
                    <a:pt x="10383" y="13512"/>
                    <a:pt x="12982" y="11791"/>
                    <a:pt x="13977" y="9041"/>
                  </a:cubicBezTo>
                  <a:cubicBezTo>
                    <a:pt x="15244" y="5539"/>
                    <a:pt x="13410" y="1669"/>
                    <a:pt x="9907" y="402"/>
                  </a:cubicBezTo>
                  <a:cubicBezTo>
                    <a:pt x="9154" y="129"/>
                    <a:pt x="8384" y="0"/>
                    <a:pt x="762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6" name="Google Shape;246;p18"/>
            <p:cNvSpPr/>
            <p:nvPr/>
          </p:nvSpPr>
          <p:spPr>
            <a:xfrm>
              <a:off x="1053131" y="3002575"/>
              <a:ext cx="417825" cy="367600"/>
            </a:xfrm>
            <a:custGeom>
              <a:avLst/>
              <a:gdLst/>
              <a:ahLst/>
              <a:cxnLst/>
              <a:rect l="l" t="t" r="r" b="b"/>
              <a:pathLst>
                <a:path w="16713" h="14704" extrusionOk="0">
                  <a:moveTo>
                    <a:pt x="8361" y="1204"/>
                  </a:moveTo>
                  <a:cubicBezTo>
                    <a:pt x="10677" y="1204"/>
                    <a:pt x="12901" y="2519"/>
                    <a:pt x="13944" y="4750"/>
                  </a:cubicBezTo>
                  <a:cubicBezTo>
                    <a:pt x="15378" y="7852"/>
                    <a:pt x="14010" y="11521"/>
                    <a:pt x="10942" y="12922"/>
                  </a:cubicBezTo>
                  <a:cubicBezTo>
                    <a:pt x="10104" y="13314"/>
                    <a:pt x="9222" y="13499"/>
                    <a:pt x="8352" y="13499"/>
                  </a:cubicBezTo>
                  <a:cubicBezTo>
                    <a:pt x="6036" y="13499"/>
                    <a:pt x="3812" y="12185"/>
                    <a:pt x="2769" y="9953"/>
                  </a:cubicBezTo>
                  <a:cubicBezTo>
                    <a:pt x="1335" y="6885"/>
                    <a:pt x="2669" y="3215"/>
                    <a:pt x="5771" y="1781"/>
                  </a:cubicBezTo>
                  <a:cubicBezTo>
                    <a:pt x="6609" y="1389"/>
                    <a:pt x="7491" y="1204"/>
                    <a:pt x="8361" y="1204"/>
                  </a:cubicBezTo>
                  <a:close/>
                  <a:moveTo>
                    <a:pt x="8345" y="0"/>
                  </a:moveTo>
                  <a:cubicBezTo>
                    <a:pt x="7314" y="0"/>
                    <a:pt x="6266" y="219"/>
                    <a:pt x="5271" y="680"/>
                  </a:cubicBezTo>
                  <a:cubicBezTo>
                    <a:pt x="1602" y="2415"/>
                    <a:pt x="0" y="6785"/>
                    <a:pt x="1702" y="10454"/>
                  </a:cubicBezTo>
                  <a:cubicBezTo>
                    <a:pt x="2941" y="13128"/>
                    <a:pt x="5598" y="14703"/>
                    <a:pt x="8368" y="14703"/>
                  </a:cubicBezTo>
                  <a:cubicBezTo>
                    <a:pt x="9399" y="14703"/>
                    <a:pt x="10446" y="14485"/>
                    <a:pt x="11442" y="14023"/>
                  </a:cubicBezTo>
                  <a:cubicBezTo>
                    <a:pt x="15111" y="12322"/>
                    <a:pt x="16712" y="7919"/>
                    <a:pt x="15011" y="4249"/>
                  </a:cubicBezTo>
                  <a:cubicBezTo>
                    <a:pt x="13772" y="1576"/>
                    <a:pt x="11115" y="0"/>
                    <a:pt x="8345" y="0"/>
                  </a:cubicBezTo>
                  <a:close/>
                </a:path>
              </a:pathLst>
            </a:custGeom>
            <a:solidFill>
              <a:srgbClr val="8F934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47" name="Google Shape;247;p18"/>
          <p:cNvSpPr/>
          <p:nvPr/>
        </p:nvSpPr>
        <p:spPr>
          <a:xfrm>
            <a:off x="4177625" y="744808"/>
            <a:ext cx="387537" cy="452025"/>
          </a:xfrm>
          <a:custGeom>
            <a:avLst/>
            <a:gdLst/>
            <a:ahLst/>
            <a:cxnLst/>
            <a:rect l="l" t="t" r="r" b="b"/>
            <a:pathLst>
              <a:path w="14911" h="18081" extrusionOk="0">
                <a:moveTo>
                  <a:pt x="1235" y="1"/>
                </a:moveTo>
                <a:cubicBezTo>
                  <a:pt x="567" y="1"/>
                  <a:pt x="0" y="601"/>
                  <a:pt x="0" y="1368"/>
                </a:cubicBezTo>
                <a:lnTo>
                  <a:pt x="0" y="16713"/>
                </a:lnTo>
                <a:cubicBezTo>
                  <a:pt x="0" y="17480"/>
                  <a:pt x="567" y="18080"/>
                  <a:pt x="1235" y="18080"/>
                </a:cubicBezTo>
                <a:lnTo>
                  <a:pt x="13677" y="18080"/>
                </a:lnTo>
                <a:cubicBezTo>
                  <a:pt x="14377" y="18080"/>
                  <a:pt x="14911" y="17480"/>
                  <a:pt x="14911" y="16713"/>
                </a:cubicBezTo>
                <a:lnTo>
                  <a:pt x="14911" y="1368"/>
                </a:lnTo>
                <a:cubicBezTo>
                  <a:pt x="14911" y="601"/>
                  <a:pt x="14344" y="1"/>
                  <a:pt x="13677" y="1"/>
                </a:cubicBezTo>
                <a:close/>
              </a:path>
            </a:pathLst>
          </a:custGeom>
          <a:solidFill>
            <a:srgbClr val="EDBB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8" name="Google Shape;248;p18"/>
          <p:cNvSpPr/>
          <p:nvPr/>
        </p:nvSpPr>
        <p:spPr>
          <a:xfrm>
            <a:off x="4378344" y="744808"/>
            <a:ext cx="186825" cy="452025"/>
          </a:xfrm>
          <a:custGeom>
            <a:avLst/>
            <a:gdLst/>
            <a:ahLst/>
            <a:cxnLst/>
            <a:rect l="l" t="t" r="r" b="b"/>
            <a:pathLst>
              <a:path w="7473" h="18081" extrusionOk="0">
                <a:moveTo>
                  <a:pt x="1" y="1"/>
                </a:moveTo>
                <a:lnTo>
                  <a:pt x="1" y="18080"/>
                </a:lnTo>
                <a:lnTo>
                  <a:pt x="6239" y="18080"/>
                </a:lnTo>
                <a:cubicBezTo>
                  <a:pt x="6906" y="18080"/>
                  <a:pt x="7473" y="17480"/>
                  <a:pt x="7473" y="16713"/>
                </a:cubicBezTo>
                <a:lnTo>
                  <a:pt x="7473" y="1368"/>
                </a:lnTo>
                <a:cubicBezTo>
                  <a:pt x="7473" y="601"/>
                  <a:pt x="6906" y="1"/>
                  <a:pt x="6239" y="1"/>
                </a:cubicBezTo>
                <a:close/>
              </a:path>
            </a:pathLst>
          </a:custGeom>
          <a:solidFill>
            <a:srgbClr val="83478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9" name="Google Shape;249;p18"/>
          <p:cNvSpPr/>
          <p:nvPr/>
        </p:nvSpPr>
        <p:spPr>
          <a:xfrm>
            <a:off x="3986419" y="643183"/>
            <a:ext cx="878150" cy="792975"/>
          </a:xfrm>
          <a:custGeom>
            <a:avLst/>
            <a:gdLst/>
            <a:ahLst/>
            <a:cxnLst/>
            <a:rect l="l" t="t" r="r" b="b"/>
            <a:pathLst>
              <a:path w="35126" h="31719" extrusionOk="0">
                <a:moveTo>
                  <a:pt x="27186" y="7802"/>
                </a:moveTo>
                <a:lnTo>
                  <a:pt x="26519" y="12605"/>
                </a:lnTo>
                <a:lnTo>
                  <a:pt x="24251" y="12739"/>
                </a:lnTo>
                <a:lnTo>
                  <a:pt x="24251" y="12739"/>
                </a:lnTo>
                <a:lnTo>
                  <a:pt x="24851" y="8069"/>
                </a:lnTo>
                <a:lnTo>
                  <a:pt x="27186" y="7802"/>
                </a:lnTo>
                <a:close/>
                <a:moveTo>
                  <a:pt x="22616" y="8369"/>
                </a:moveTo>
                <a:lnTo>
                  <a:pt x="22049" y="12905"/>
                </a:lnTo>
                <a:lnTo>
                  <a:pt x="19014" y="13106"/>
                </a:lnTo>
                <a:lnTo>
                  <a:pt x="19214" y="8769"/>
                </a:lnTo>
                <a:lnTo>
                  <a:pt x="22616" y="8369"/>
                </a:lnTo>
                <a:close/>
                <a:moveTo>
                  <a:pt x="17012" y="9036"/>
                </a:moveTo>
                <a:lnTo>
                  <a:pt x="16845" y="13272"/>
                </a:lnTo>
                <a:lnTo>
                  <a:pt x="13777" y="13472"/>
                </a:lnTo>
                <a:lnTo>
                  <a:pt x="13610" y="9436"/>
                </a:lnTo>
                <a:lnTo>
                  <a:pt x="17012" y="9036"/>
                </a:lnTo>
                <a:close/>
                <a:moveTo>
                  <a:pt x="11408" y="9703"/>
                </a:moveTo>
                <a:lnTo>
                  <a:pt x="11608" y="13639"/>
                </a:lnTo>
                <a:lnTo>
                  <a:pt x="8540" y="13839"/>
                </a:lnTo>
                <a:lnTo>
                  <a:pt x="8006" y="10103"/>
                </a:lnTo>
                <a:lnTo>
                  <a:pt x="11408" y="9703"/>
                </a:lnTo>
                <a:close/>
                <a:moveTo>
                  <a:pt x="5838" y="10370"/>
                </a:moveTo>
                <a:lnTo>
                  <a:pt x="6371" y="13973"/>
                </a:lnTo>
                <a:lnTo>
                  <a:pt x="3302" y="14206"/>
                </a:lnTo>
                <a:lnTo>
                  <a:pt x="2435" y="10771"/>
                </a:lnTo>
                <a:lnTo>
                  <a:pt x="5838" y="10370"/>
                </a:lnTo>
                <a:close/>
                <a:moveTo>
                  <a:pt x="6571" y="15574"/>
                </a:moveTo>
                <a:lnTo>
                  <a:pt x="6872" y="17542"/>
                </a:lnTo>
                <a:lnTo>
                  <a:pt x="4136" y="17542"/>
                </a:lnTo>
                <a:lnTo>
                  <a:pt x="3703" y="15774"/>
                </a:lnTo>
                <a:lnTo>
                  <a:pt x="6571" y="15574"/>
                </a:lnTo>
                <a:close/>
                <a:moveTo>
                  <a:pt x="11675" y="15207"/>
                </a:moveTo>
                <a:lnTo>
                  <a:pt x="11775" y="17542"/>
                </a:lnTo>
                <a:lnTo>
                  <a:pt x="9073" y="17542"/>
                </a:lnTo>
                <a:lnTo>
                  <a:pt x="8773" y="15407"/>
                </a:lnTo>
                <a:lnTo>
                  <a:pt x="11675" y="15207"/>
                </a:lnTo>
                <a:close/>
                <a:moveTo>
                  <a:pt x="16745" y="14873"/>
                </a:moveTo>
                <a:lnTo>
                  <a:pt x="16645" y="17542"/>
                </a:lnTo>
                <a:lnTo>
                  <a:pt x="13977" y="17542"/>
                </a:lnTo>
                <a:lnTo>
                  <a:pt x="13877" y="15074"/>
                </a:lnTo>
                <a:lnTo>
                  <a:pt x="16745" y="14873"/>
                </a:lnTo>
                <a:close/>
                <a:moveTo>
                  <a:pt x="21816" y="14507"/>
                </a:moveTo>
                <a:lnTo>
                  <a:pt x="21449" y="17542"/>
                </a:lnTo>
                <a:lnTo>
                  <a:pt x="18814" y="17542"/>
                </a:lnTo>
                <a:lnTo>
                  <a:pt x="18947" y="14707"/>
                </a:lnTo>
                <a:lnTo>
                  <a:pt x="21816" y="14507"/>
                </a:lnTo>
                <a:close/>
                <a:moveTo>
                  <a:pt x="26319" y="14206"/>
                </a:moveTo>
                <a:lnTo>
                  <a:pt x="25885" y="17542"/>
                </a:lnTo>
                <a:lnTo>
                  <a:pt x="23650" y="17542"/>
                </a:lnTo>
                <a:lnTo>
                  <a:pt x="24051" y="14373"/>
                </a:lnTo>
                <a:lnTo>
                  <a:pt x="26319" y="14206"/>
                </a:lnTo>
                <a:close/>
                <a:moveTo>
                  <a:pt x="7105" y="19143"/>
                </a:moveTo>
                <a:lnTo>
                  <a:pt x="7472" y="21845"/>
                </a:lnTo>
                <a:lnTo>
                  <a:pt x="5204" y="21845"/>
                </a:lnTo>
                <a:lnTo>
                  <a:pt x="4537" y="19143"/>
                </a:lnTo>
                <a:close/>
                <a:moveTo>
                  <a:pt x="11842" y="19143"/>
                </a:moveTo>
                <a:lnTo>
                  <a:pt x="11975" y="21845"/>
                </a:lnTo>
                <a:lnTo>
                  <a:pt x="9707" y="21845"/>
                </a:lnTo>
                <a:lnTo>
                  <a:pt x="9307" y="19143"/>
                </a:lnTo>
                <a:close/>
                <a:moveTo>
                  <a:pt x="16579" y="19143"/>
                </a:moveTo>
                <a:lnTo>
                  <a:pt x="16445" y="21845"/>
                </a:lnTo>
                <a:lnTo>
                  <a:pt x="14177" y="21845"/>
                </a:lnTo>
                <a:lnTo>
                  <a:pt x="14043" y="19143"/>
                </a:lnTo>
                <a:close/>
                <a:moveTo>
                  <a:pt x="21249" y="19143"/>
                </a:moveTo>
                <a:lnTo>
                  <a:pt x="20915" y="21845"/>
                </a:lnTo>
                <a:lnTo>
                  <a:pt x="18647" y="21845"/>
                </a:lnTo>
                <a:lnTo>
                  <a:pt x="18747" y="19143"/>
                </a:lnTo>
                <a:close/>
                <a:moveTo>
                  <a:pt x="25652" y="19143"/>
                </a:moveTo>
                <a:lnTo>
                  <a:pt x="25285" y="21845"/>
                </a:lnTo>
                <a:lnTo>
                  <a:pt x="23117" y="21845"/>
                </a:lnTo>
                <a:lnTo>
                  <a:pt x="23450" y="19143"/>
                </a:lnTo>
                <a:close/>
                <a:moveTo>
                  <a:pt x="33909" y="0"/>
                </a:moveTo>
                <a:cubicBezTo>
                  <a:pt x="33826" y="0"/>
                  <a:pt x="33741" y="10"/>
                  <a:pt x="33657" y="29"/>
                </a:cubicBezTo>
                <a:lnTo>
                  <a:pt x="29288" y="1130"/>
                </a:lnTo>
                <a:cubicBezTo>
                  <a:pt x="28854" y="1230"/>
                  <a:pt x="28520" y="1564"/>
                  <a:pt x="28454" y="1998"/>
                </a:cubicBezTo>
                <a:lnTo>
                  <a:pt x="27887" y="5533"/>
                </a:lnTo>
                <a:lnTo>
                  <a:pt x="967" y="8736"/>
                </a:lnTo>
                <a:cubicBezTo>
                  <a:pt x="934" y="8736"/>
                  <a:pt x="934" y="8769"/>
                  <a:pt x="901" y="8769"/>
                </a:cubicBezTo>
                <a:lnTo>
                  <a:pt x="834" y="8769"/>
                </a:lnTo>
                <a:cubicBezTo>
                  <a:pt x="767" y="8802"/>
                  <a:pt x="701" y="8836"/>
                  <a:pt x="667" y="8836"/>
                </a:cubicBezTo>
                <a:cubicBezTo>
                  <a:pt x="601" y="8869"/>
                  <a:pt x="534" y="8903"/>
                  <a:pt x="467" y="8936"/>
                </a:cubicBezTo>
                <a:cubicBezTo>
                  <a:pt x="400" y="9003"/>
                  <a:pt x="334" y="9036"/>
                  <a:pt x="300" y="9136"/>
                </a:cubicBezTo>
                <a:cubicBezTo>
                  <a:pt x="267" y="9169"/>
                  <a:pt x="200" y="9169"/>
                  <a:pt x="200" y="9203"/>
                </a:cubicBezTo>
                <a:cubicBezTo>
                  <a:pt x="167" y="9236"/>
                  <a:pt x="167" y="9236"/>
                  <a:pt x="167" y="9236"/>
                </a:cubicBezTo>
                <a:cubicBezTo>
                  <a:pt x="100" y="9336"/>
                  <a:pt x="67" y="9436"/>
                  <a:pt x="67" y="9536"/>
                </a:cubicBezTo>
                <a:cubicBezTo>
                  <a:pt x="33" y="9570"/>
                  <a:pt x="33" y="9603"/>
                  <a:pt x="0" y="9670"/>
                </a:cubicBezTo>
                <a:cubicBezTo>
                  <a:pt x="0" y="9803"/>
                  <a:pt x="0" y="9970"/>
                  <a:pt x="33" y="10103"/>
                </a:cubicBezTo>
                <a:lnTo>
                  <a:pt x="3302" y="23213"/>
                </a:lnTo>
                <a:lnTo>
                  <a:pt x="4403" y="27583"/>
                </a:lnTo>
                <a:cubicBezTo>
                  <a:pt x="4403" y="27616"/>
                  <a:pt x="4437" y="27649"/>
                  <a:pt x="4437" y="27683"/>
                </a:cubicBezTo>
                <a:cubicBezTo>
                  <a:pt x="4470" y="27716"/>
                  <a:pt x="4503" y="27783"/>
                  <a:pt x="4503" y="27816"/>
                </a:cubicBezTo>
                <a:cubicBezTo>
                  <a:pt x="4537" y="27916"/>
                  <a:pt x="4603" y="27983"/>
                  <a:pt x="4637" y="28016"/>
                </a:cubicBezTo>
                <a:cubicBezTo>
                  <a:pt x="4670" y="28083"/>
                  <a:pt x="4703" y="28116"/>
                  <a:pt x="4737" y="28150"/>
                </a:cubicBezTo>
                <a:cubicBezTo>
                  <a:pt x="4804" y="28183"/>
                  <a:pt x="4870" y="28250"/>
                  <a:pt x="4970" y="28283"/>
                </a:cubicBezTo>
                <a:cubicBezTo>
                  <a:pt x="5004" y="28316"/>
                  <a:pt x="5037" y="28316"/>
                  <a:pt x="5070" y="28350"/>
                </a:cubicBezTo>
                <a:cubicBezTo>
                  <a:pt x="5204" y="28383"/>
                  <a:pt x="5337" y="28416"/>
                  <a:pt x="5471" y="28416"/>
                </a:cubicBezTo>
                <a:lnTo>
                  <a:pt x="8506" y="28416"/>
                </a:lnTo>
                <a:cubicBezTo>
                  <a:pt x="8339" y="28750"/>
                  <a:pt x="8206" y="29117"/>
                  <a:pt x="8206" y="29551"/>
                </a:cubicBezTo>
                <a:cubicBezTo>
                  <a:pt x="8206" y="30751"/>
                  <a:pt x="9173" y="31719"/>
                  <a:pt x="10408" y="31719"/>
                </a:cubicBezTo>
                <a:cubicBezTo>
                  <a:pt x="11608" y="31719"/>
                  <a:pt x="12576" y="30751"/>
                  <a:pt x="12576" y="29551"/>
                </a:cubicBezTo>
                <a:cubicBezTo>
                  <a:pt x="12576" y="29117"/>
                  <a:pt x="12476" y="28750"/>
                  <a:pt x="12276" y="28416"/>
                </a:cubicBezTo>
                <a:lnTo>
                  <a:pt x="22750" y="28416"/>
                </a:lnTo>
                <a:cubicBezTo>
                  <a:pt x="22550" y="28750"/>
                  <a:pt x="22449" y="29117"/>
                  <a:pt x="22449" y="29551"/>
                </a:cubicBezTo>
                <a:cubicBezTo>
                  <a:pt x="22449" y="30751"/>
                  <a:pt x="23417" y="31719"/>
                  <a:pt x="24618" y="31719"/>
                </a:cubicBezTo>
                <a:cubicBezTo>
                  <a:pt x="25819" y="31719"/>
                  <a:pt x="26819" y="30751"/>
                  <a:pt x="26819" y="29551"/>
                </a:cubicBezTo>
                <a:cubicBezTo>
                  <a:pt x="26819" y="29117"/>
                  <a:pt x="26686" y="28750"/>
                  <a:pt x="26486" y="28416"/>
                </a:cubicBezTo>
                <a:lnTo>
                  <a:pt x="28454" y="28416"/>
                </a:lnTo>
                <a:cubicBezTo>
                  <a:pt x="29054" y="28416"/>
                  <a:pt x="29555" y="27916"/>
                  <a:pt x="29555" y="27316"/>
                </a:cubicBezTo>
                <a:cubicBezTo>
                  <a:pt x="29555" y="26715"/>
                  <a:pt x="29054" y="26248"/>
                  <a:pt x="28454" y="26248"/>
                </a:cubicBezTo>
                <a:lnTo>
                  <a:pt x="6305" y="26248"/>
                </a:lnTo>
                <a:lnTo>
                  <a:pt x="5771" y="24047"/>
                </a:lnTo>
                <a:lnTo>
                  <a:pt x="26252" y="24047"/>
                </a:lnTo>
                <a:cubicBezTo>
                  <a:pt x="26386" y="24047"/>
                  <a:pt x="26519" y="24013"/>
                  <a:pt x="26652" y="23980"/>
                </a:cubicBezTo>
                <a:cubicBezTo>
                  <a:pt x="26686" y="23947"/>
                  <a:pt x="26719" y="23913"/>
                  <a:pt x="26786" y="23913"/>
                </a:cubicBezTo>
                <a:cubicBezTo>
                  <a:pt x="26853" y="23880"/>
                  <a:pt x="26919" y="23847"/>
                  <a:pt x="26986" y="23780"/>
                </a:cubicBezTo>
                <a:cubicBezTo>
                  <a:pt x="27019" y="23746"/>
                  <a:pt x="27053" y="23713"/>
                  <a:pt x="27086" y="23646"/>
                </a:cubicBezTo>
                <a:cubicBezTo>
                  <a:pt x="27119" y="23613"/>
                  <a:pt x="27186" y="23546"/>
                  <a:pt x="27220" y="23480"/>
                </a:cubicBezTo>
                <a:cubicBezTo>
                  <a:pt x="27253" y="23446"/>
                  <a:pt x="27253" y="23380"/>
                  <a:pt x="27286" y="23313"/>
                </a:cubicBezTo>
                <a:cubicBezTo>
                  <a:pt x="27286" y="23246"/>
                  <a:pt x="27320" y="23179"/>
                  <a:pt x="27353" y="23146"/>
                </a:cubicBezTo>
                <a:lnTo>
                  <a:pt x="27353" y="23113"/>
                </a:lnTo>
                <a:lnTo>
                  <a:pt x="27353" y="23079"/>
                </a:lnTo>
                <a:lnTo>
                  <a:pt x="30522" y="3065"/>
                </a:lnTo>
                <a:lnTo>
                  <a:pt x="34191" y="2164"/>
                </a:lnTo>
                <a:cubicBezTo>
                  <a:pt x="34758" y="1998"/>
                  <a:pt x="35125" y="1397"/>
                  <a:pt x="34992" y="830"/>
                </a:cubicBezTo>
                <a:cubicBezTo>
                  <a:pt x="34850" y="318"/>
                  <a:pt x="34392" y="0"/>
                  <a:pt x="33909" y="0"/>
                </a:cubicBezTo>
                <a:close/>
              </a:path>
            </a:pathLst>
          </a:custGeom>
          <a:solidFill>
            <a:srgbClr val="E19B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0" name="Google Shape;250;p18"/>
          <p:cNvSpPr/>
          <p:nvPr/>
        </p:nvSpPr>
        <p:spPr>
          <a:xfrm>
            <a:off x="4454244" y="835708"/>
            <a:ext cx="89250" cy="118450"/>
          </a:xfrm>
          <a:custGeom>
            <a:avLst/>
            <a:gdLst/>
            <a:ahLst/>
            <a:cxnLst/>
            <a:rect l="l" t="t" r="r" b="b"/>
            <a:pathLst>
              <a:path w="3570" h="4738" extrusionOk="0">
                <a:moveTo>
                  <a:pt x="3570" y="1"/>
                </a:moveTo>
                <a:lnTo>
                  <a:pt x="167" y="401"/>
                </a:lnTo>
                <a:lnTo>
                  <a:pt x="0" y="4737"/>
                </a:lnTo>
                <a:lnTo>
                  <a:pt x="334" y="4737"/>
                </a:lnTo>
                <a:lnTo>
                  <a:pt x="501" y="1068"/>
                </a:lnTo>
                <a:lnTo>
                  <a:pt x="3470" y="701"/>
                </a:lnTo>
                <a:lnTo>
                  <a:pt x="3570" y="1"/>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1" name="Google Shape;251;p18"/>
          <p:cNvSpPr/>
          <p:nvPr/>
        </p:nvSpPr>
        <p:spPr>
          <a:xfrm>
            <a:off x="4444244" y="1105083"/>
            <a:ext cx="65075" cy="67550"/>
          </a:xfrm>
          <a:custGeom>
            <a:avLst/>
            <a:gdLst/>
            <a:ahLst/>
            <a:cxnLst/>
            <a:rect l="l" t="t" r="r" b="b"/>
            <a:pathLst>
              <a:path w="2603" h="2702" extrusionOk="0">
                <a:moveTo>
                  <a:pt x="134" y="0"/>
                </a:moveTo>
                <a:lnTo>
                  <a:pt x="0" y="2702"/>
                </a:lnTo>
                <a:lnTo>
                  <a:pt x="367" y="2702"/>
                </a:lnTo>
                <a:lnTo>
                  <a:pt x="434" y="667"/>
                </a:lnTo>
                <a:lnTo>
                  <a:pt x="2535" y="667"/>
                </a:lnTo>
                <a:lnTo>
                  <a:pt x="2602" y="0"/>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18"/>
          <p:cNvSpPr/>
          <p:nvPr/>
        </p:nvSpPr>
        <p:spPr>
          <a:xfrm>
            <a:off x="4449244" y="989158"/>
            <a:ext cx="75075" cy="75900"/>
          </a:xfrm>
          <a:custGeom>
            <a:avLst/>
            <a:gdLst/>
            <a:ahLst/>
            <a:cxnLst/>
            <a:rect l="l" t="t" r="r" b="b"/>
            <a:pathLst>
              <a:path w="3003" h="3036" extrusionOk="0">
                <a:moveTo>
                  <a:pt x="3002" y="0"/>
                </a:moveTo>
                <a:lnTo>
                  <a:pt x="100" y="201"/>
                </a:lnTo>
                <a:lnTo>
                  <a:pt x="0" y="3036"/>
                </a:lnTo>
                <a:lnTo>
                  <a:pt x="334" y="3036"/>
                </a:lnTo>
                <a:lnTo>
                  <a:pt x="434" y="868"/>
                </a:lnTo>
                <a:lnTo>
                  <a:pt x="2902" y="701"/>
                </a:lnTo>
                <a:lnTo>
                  <a:pt x="3002" y="0"/>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18"/>
          <p:cNvSpPr/>
          <p:nvPr/>
        </p:nvSpPr>
        <p:spPr>
          <a:xfrm>
            <a:off x="4324994" y="998333"/>
            <a:ext cx="72575" cy="66725"/>
          </a:xfrm>
          <a:custGeom>
            <a:avLst/>
            <a:gdLst/>
            <a:ahLst/>
            <a:cxnLst/>
            <a:rect l="l" t="t" r="r" b="b"/>
            <a:pathLst>
              <a:path w="2903" h="2669" extrusionOk="0">
                <a:moveTo>
                  <a:pt x="2902" y="0"/>
                </a:moveTo>
                <a:lnTo>
                  <a:pt x="0" y="200"/>
                </a:lnTo>
                <a:lnTo>
                  <a:pt x="100" y="2669"/>
                </a:lnTo>
                <a:lnTo>
                  <a:pt x="400" y="2669"/>
                </a:lnTo>
                <a:lnTo>
                  <a:pt x="334" y="868"/>
                </a:lnTo>
                <a:lnTo>
                  <a:pt x="2869" y="701"/>
                </a:lnTo>
                <a:lnTo>
                  <a:pt x="2902" y="0"/>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4" name="Google Shape;254;p18"/>
          <p:cNvSpPr/>
          <p:nvPr/>
        </p:nvSpPr>
        <p:spPr>
          <a:xfrm>
            <a:off x="4318319" y="852383"/>
            <a:ext cx="85075" cy="110950"/>
          </a:xfrm>
          <a:custGeom>
            <a:avLst/>
            <a:gdLst/>
            <a:ahLst/>
            <a:cxnLst/>
            <a:rect l="l" t="t" r="r" b="b"/>
            <a:pathLst>
              <a:path w="3403" h="4438" extrusionOk="0">
                <a:moveTo>
                  <a:pt x="3403" y="1"/>
                </a:moveTo>
                <a:lnTo>
                  <a:pt x="0" y="401"/>
                </a:lnTo>
                <a:lnTo>
                  <a:pt x="200" y="4437"/>
                </a:lnTo>
                <a:lnTo>
                  <a:pt x="467" y="4437"/>
                </a:lnTo>
                <a:lnTo>
                  <a:pt x="334" y="1068"/>
                </a:lnTo>
                <a:lnTo>
                  <a:pt x="3369" y="701"/>
                </a:lnTo>
                <a:lnTo>
                  <a:pt x="3403" y="1"/>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5" name="Google Shape;255;p18"/>
          <p:cNvSpPr/>
          <p:nvPr/>
        </p:nvSpPr>
        <p:spPr>
          <a:xfrm>
            <a:off x="4070644" y="1015833"/>
            <a:ext cx="75075" cy="49225"/>
          </a:xfrm>
          <a:custGeom>
            <a:avLst/>
            <a:gdLst/>
            <a:ahLst/>
            <a:cxnLst/>
            <a:rect l="l" t="t" r="r" b="b"/>
            <a:pathLst>
              <a:path w="3003" h="1969" extrusionOk="0">
                <a:moveTo>
                  <a:pt x="2902" y="1"/>
                </a:moveTo>
                <a:lnTo>
                  <a:pt x="0" y="201"/>
                </a:lnTo>
                <a:lnTo>
                  <a:pt x="434" y="1969"/>
                </a:lnTo>
                <a:lnTo>
                  <a:pt x="601" y="1969"/>
                </a:lnTo>
                <a:lnTo>
                  <a:pt x="334" y="868"/>
                </a:lnTo>
                <a:lnTo>
                  <a:pt x="3002" y="668"/>
                </a:lnTo>
                <a:lnTo>
                  <a:pt x="2902" y="1"/>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6" name="Google Shape;256;p18"/>
          <p:cNvSpPr/>
          <p:nvPr/>
        </p:nvSpPr>
        <p:spPr>
          <a:xfrm>
            <a:off x="4091494" y="1105083"/>
            <a:ext cx="66725" cy="67550"/>
          </a:xfrm>
          <a:custGeom>
            <a:avLst/>
            <a:gdLst/>
            <a:ahLst/>
            <a:cxnLst/>
            <a:rect l="l" t="t" r="r" b="b"/>
            <a:pathLst>
              <a:path w="2669" h="2702" extrusionOk="0">
                <a:moveTo>
                  <a:pt x="0" y="0"/>
                </a:moveTo>
                <a:lnTo>
                  <a:pt x="701" y="2702"/>
                </a:lnTo>
                <a:lnTo>
                  <a:pt x="867" y="2702"/>
                </a:lnTo>
                <a:lnTo>
                  <a:pt x="334" y="667"/>
                </a:lnTo>
                <a:lnTo>
                  <a:pt x="2669" y="667"/>
                </a:lnTo>
                <a:lnTo>
                  <a:pt x="2569" y="0"/>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7" name="Google Shape;257;p18"/>
          <p:cNvSpPr/>
          <p:nvPr/>
        </p:nvSpPr>
        <p:spPr>
          <a:xfrm>
            <a:off x="4039769" y="885758"/>
            <a:ext cx="86775" cy="95925"/>
          </a:xfrm>
          <a:custGeom>
            <a:avLst/>
            <a:gdLst/>
            <a:ahLst/>
            <a:cxnLst/>
            <a:rect l="l" t="t" r="r" b="b"/>
            <a:pathLst>
              <a:path w="3471" h="3837" extrusionOk="0">
                <a:moveTo>
                  <a:pt x="3370" y="0"/>
                </a:moveTo>
                <a:lnTo>
                  <a:pt x="1" y="400"/>
                </a:lnTo>
                <a:lnTo>
                  <a:pt x="835" y="3836"/>
                </a:lnTo>
                <a:lnTo>
                  <a:pt x="1002" y="3836"/>
                </a:lnTo>
                <a:lnTo>
                  <a:pt x="301" y="1068"/>
                </a:lnTo>
                <a:lnTo>
                  <a:pt x="3470" y="701"/>
                </a:lnTo>
                <a:lnTo>
                  <a:pt x="3370" y="0"/>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8" name="Google Shape;258;p18"/>
          <p:cNvSpPr/>
          <p:nvPr/>
        </p:nvSpPr>
        <p:spPr>
          <a:xfrm>
            <a:off x="4210744" y="1105083"/>
            <a:ext cx="65075" cy="67550"/>
          </a:xfrm>
          <a:custGeom>
            <a:avLst/>
            <a:gdLst/>
            <a:ahLst/>
            <a:cxnLst/>
            <a:rect l="l" t="t" r="r" b="b"/>
            <a:pathLst>
              <a:path w="2603" h="2702" extrusionOk="0">
                <a:moveTo>
                  <a:pt x="0" y="0"/>
                </a:moveTo>
                <a:lnTo>
                  <a:pt x="400" y="2702"/>
                </a:lnTo>
                <a:lnTo>
                  <a:pt x="634" y="2702"/>
                </a:lnTo>
                <a:lnTo>
                  <a:pt x="334" y="667"/>
                </a:lnTo>
                <a:lnTo>
                  <a:pt x="2602" y="667"/>
                </a:lnTo>
                <a:lnTo>
                  <a:pt x="2569" y="0"/>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9" name="Google Shape;259;p18"/>
          <p:cNvSpPr/>
          <p:nvPr/>
        </p:nvSpPr>
        <p:spPr>
          <a:xfrm>
            <a:off x="4178219" y="869058"/>
            <a:ext cx="86750" cy="103450"/>
          </a:xfrm>
          <a:custGeom>
            <a:avLst/>
            <a:gdLst/>
            <a:ahLst/>
            <a:cxnLst/>
            <a:rect l="l" t="t" r="r" b="b"/>
            <a:pathLst>
              <a:path w="3470" h="4138" extrusionOk="0">
                <a:moveTo>
                  <a:pt x="3436" y="1"/>
                </a:moveTo>
                <a:lnTo>
                  <a:pt x="0" y="401"/>
                </a:lnTo>
                <a:lnTo>
                  <a:pt x="534" y="4137"/>
                </a:lnTo>
                <a:lnTo>
                  <a:pt x="767" y="4137"/>
                </a:lnTo>
                <a:lnTo>
                  <a:pt x="334" y="1068"/>
                </a:lnTo>
                <a:lnTo>
                  <a:pt x="3469" y="701"/>
                </a:lnTo>
                <a:lnTo>
                  <a:pt x="3436" y="1"/>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0" name="Google Shape;260;p18"/>
          <p:cNvSpPr/>
          <p:nvPr/>
        </p:nvSpPr>
        <p:spPr>
          <a:xfrm>
            <a:off x="4329144" y="1105083"/>
            <a:ext cx="63425" cy="67550"/>
          </a:xfrm>
          <a:custGeom>
            <a:avLst/>
            <a:gdLst/>
            <a:ahLst/>
            <a:cxnLst/>
            <a:rect l="l" t="t" r="r" b="b"/>
            <a:pathLst>
              <a:path w="2537" h="2702" extrusionOk="0">
                <a:moveTo>
                  <a:pt x="1" y="0"/>
                </a:moveTo>
                <a:lnTo>
                  <a:pt x="134" y="2702"/>
                </a:lnTo>
                <a:lnTo>
                  <a:pt x="435" y="2702"/>
                </a:lnTo>
                <a:lnTo>
                  <a:pt x="334" y="667"/>
                </a:lnTo>
                <a:lnTo>
                  <a:pt x="2503" y="667"/>
                </a:lnTo>
                <a:lnTo>
                  <a:pt x="2536" y="0"/>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1" name="Google Shape;261;p18"/>
          <p:cNvSpPr/>
          <p:nvPr/>
        </p:nvSpPr>
        <p:spPr>
          <a:xfrm>
            <a:off x="4197394" y="1007508"/>
            <a:ext cx="73400" cy="57550"/>
          </a:xfrm>
          <a:custGeom>
            <a:avLst/>
            <a:gdLst/>
            <a:ahLst/>
            <a:cxnLst/>
            <a:rect l="l" t="t" r="r" b="b"/>
            <a:pathLst>
              <a:path w="2936" h="2302" extrusionOk="0">
                <a:moveTo>
                  <a:pt x="2903" y="0"/>
                </a:moveTo>
                <a:lnTo>
                  <a:pt x="0" y="200"/>
                </a:lnTo>
                <a:lnTo>
                  <a:pt x="301" y="2302"/>
                </a:lnTo>
                <a:lnTo>
                  <a:pt x="534" y="2302"/>
                </a:lnTo>
                <a:lnTo>
                  <a:pt x="334" y="834"/>
                </a:lnTo>
                <a:lnTo>
                  <a:pt x="2936" y="667"/>
                </a:lnTo>
                <a:lnTo>
                  <a:pt x="2903" y="0"/>
                </a:ln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2" name="Google Shape;262;p18"/>
          <p:cNvSpPr/>
          <p:nvPr/>
        </p:nvSpPr>
        <p:spPr>
          <a:xfrm>
            <a:off x="3986419" y="774008"/>
            <a:ext cx="753875" cy="469525"/>
          </a:xfrm>
          <a:custGeom>
            <a:avLst/>
            <a:gdLst/>
            <a:ahLst/>
            <a:cxnLst/>
            <a:rect l="l" t="t" r="r" b="b"/>
            <a:pathLst>
              <a:path w="30155" h="18781" extrusionOk="0">
                <a:moveTo>
                  <a:pt x="27186" y="2569"/>
                </a:moveTo>
                <a:lnTo>
                  <a:pt x="26519" y="7372"/>
                </a:lnTo>
                <a:lnTo>
                  <a:pt x="24251" y="7506"/>
                </a:lnTo>
                <a:lnTo>
                  <a:pt x="24251" y="7506"/>
                </a:lnTo>
                <a:lnTo>
                  <a:pt x="24851" y="2836"/>
                </a:lnTo>
                <a:lnTo>
                  <a:pt x="27186" y="2569"/>
                </a:lnTo>
                <a:close/>
                <a:moveTo>
                  <a:pt x="22583" y="3136"/>
                </a:moveTo>
                <a:lnTo>
                  <a:pt x="22049" y="7672"/>
                </a:lnTo>
                <a:lnTo>
                  <a:pt x="19014" y="7873"/>
                </a:lnTo>
                <a:lnTo>
                  <a:pt x="19214" y="3536"/>
                </a:lnTo>
                <a:lnTo>
                  <a:pt x="22583" y="3136"/>
                </a:lnTo>
                <a:close/>
                <a:moveTo>
                  <a:pt x="17012" y="3770"/>
                </a:moveTo>
                <a:lnTo>
                  <a:pt x="16812" y="8039"/>
                </a:lnTo>
                <a:lnTo>
                  <a:pt x="13777" y="8239"/>
                </a:lnTo>
                <a:lnTo>
                  <a:pt x="13610" y="4203"/>
                </a:lnTo>
                <a:lnTo>
                  <a:pt x="17012" y="3770"/>
                </a:lnTo>
                <a:close/>
                <a:moveTo>
                  <a:pt x="11408" y="4470"/>
                </a:moveTo>
                <a:lnTo>
                  <a:pt x="11608" y="8406"/>
                </a:lnTo>
                <a:lnTo>
                  <a:pt x="8540" y="8606"/>
                </a:lnTo>
                <a:lnTo>
                  <a:pt x="8006" y="4870"/>
                </a:lnTo>
                <a:lnTo>
                  <a:pt x="11408" y="4470"/>
                </a:lnTo>
                <a:close/>
                <a:moveTo>
                  <a:pt x="5838" y="5137"/>
                </a:moveTo>
                <a:lnTo>
                  <a:pt x="6371" y="8740"/>
                </a:lnTo>
                <a:lnTo>
                  <a:pt x="3302" y="8973"/>
                </a:lnTo>
                <a:lnTo>
                  <a:pt x="2435" y="5538"/>
                </a:lnTo>
                <a:lnTo>
                  <a:pt x="5838" y="5137"/>
                </a:lnTo>
                <a:close/>
                <a:moveTo>
                  <a:pt x="6571" y="10341"/>
                </a:moveTo>
                <a:lnTo>
                  <a:pt x="6872" y="12309"/>
                </a:lnTo>
                <a:lnTo>
                  <a:pt x="4136" y="12309"/>
                </a:lnTo>
                <a:lnTo>
                  <a:pt x="3703" y="10541"/>
                </a:lnTo>
                <a:lnTo>
                  <a:pt x="6571" y="10341"/>
                </a:lnTo>
                <a:close/>
                <a:moveTo>
                  <a:pt x="11675" y="9974"/>
                </a:moveTo>
                <a:lnTo>
                  <a:pt x="11775" y="12309"/>
                </a:lnTo>
                <a:lnTo>
                  <a:pt x="9073" y="12309"/>
                </a:lnTo>
                <a:lnTo>
                  <a:pt x="8773" y="10174"/>
                </a:lnTo>
                <a:lnTo>
                  <a:pt x="11675" y="9974"/>
                </a:lnTo>
                <a:close/>
                <a:moveTo>
                  <a:pt x="16745" y="9640"/>
                </a:moveTo>
                <a:lnTo>
                  <a:pt x="16645" y="12309"/>
                </a:lnTo>
                <a:lnTo>
                  <a:pt x="13977" y="12309"/>
                </a:lnTo>
                <a:lnTo>
                  <a:pt x="13877" y="9841"/>
                </a:lnTo>
                <a:lnTo>
                  <a:pt x="16745" y="9640"/>
                </a:lnTo>
                <a:close/>
                <a:moveTo>
                  <a:pt x="21816" y="9274"/>
                </a:moveTo>
                <a:lnTo>
                  <a:pt x="21449" y="12309"/>
                </a:lnTo>
                <a:lnTo>
                  <a:pt x="18847" y="12309"/>
                </a:lnTo>
                <a:lnTo>
                  <a:pt x="18947" y="9474"/>
                </a:lnTo>
                <a:lnTo>
                  <a:pt x="21816" y="9274"/>
                </a:lnTo>
                <a:close/>
                <a:moveTo>
                  <a:pt x="26319" y="8973"/>
                </a:moveTo>
                <a:lnTo>
                  <a:pt x="25885" y="12309"/>
                </a:lnTo>
                <a:lnTo>
                  <a:pt x="23650" y="12309"/>
                </a:lnTo>
                <a:lnTo>
                  <a:pt x="24051" y="9140"/>
                </a:lnTo>
                <a:lnTo>
                  <a:pt x="26319" y="8973"/>
                </a:lnTo>
                <a:close/>
                <a:moveTo>
                  <a:pt x="7105" y="13910"/>
                </a:moveTo>
                <a:lnTo>
                  <a:pt x="7472" y="16612"/>
                </a:lnTo>
                <a:lnTo>
                  <a:pt x="5204" y="16612"/>
                </a:lnTo>
                <a:lnTo>
                  <a:pt x="4537" y="13910"/>
                </a:lnTo>
                <a:close/>
                <a:moveTo>
                  <a:pt x="11842" y="13910"/>
                </a:moveTo>
                <a:lnTo>
                  <a:pt x="11975" y="16612"/>
                </a:lnTo>
                <a:lnTo>
                  <a:pt x="9707" y="16612"/>
                </a:lnTo>
                <a:lnTo>
                  <a:pt x="9307" y="13910"/>
                </a:lnTo>
                <a:close/>
                <a:moveTo>
                  <a:pt x="16579" y="13910"/>
                </a:moveTo>
                <a:lnTo>
                  <a:pt x="16445" y="16612"/>
                </a:lnTo>
                <a:lnTo>
                  <a:pt x="14177" y="16612"/>
                </a:lnTo>
                <a:lnTo>
                  <a:pt x="14043" y="13910"/>
                </a:lnTo>
                <a:close/>
                <a:moveTo>
                  <a:pt x="21249" y="13910"/>
                </a:moveTo>
                <a:lnTo>
                  <a:pt x="20915" y="16612"/>
                </a:lnTo>
                <a:lnTo>
                  <a:pt x="18647" y="16612"/>
                </a:lnTo>
                <a:lnTo>
                  <a:pt x="18780" y="13910"/>
                </a:lnTo>
                <a:close/>
                <a:moveTo>
                  <a:pt x="25652" y="13910"/>
                </a:moveTo>
                <a:lnTo>
                  <a:pt x="25285" y="16612"/>
                </a:lnTo>
                <a:lnTo>
                  <a:pt x="23117" y="16612"/>
                </a:lnTo>
                <a:lnTo>
                  <a:pt x="23450" y="13910"/>
                </a:lnTo>
                <a:close/>
                <a:moveTo>
                  <a:pt x="30155" y="0"/>
                </a:moveTo>
                <a:lnTo>
                  <a:pt x="27920" y="267"/>
                </a:lnTo>
                <a:lnTo>
                  <a:pt x="22783" y="901"/>
                </a:lnTo>
                <a:lnTo>
                  <a:pt x="967" y="3503"/>
                </a:lnTo>
                <a:cubicBezTo>
                  <a:pt x="934" y="3503"/>
                  <a:pt x="934" y="3536"/>
                  <a:pt x="901" y="3536"/>
                </a:cubicBezTo>
                <a:lnTo>
                  <a:pt x="834" y="3536"/>
                </a:lnTo>
                <a:cubicBezTo>
                  <a:pt x="767" y="3569"/>
                  <a:pt x="701" y="3603"/>
                  <a:pt x="667" y="3603"/>
                </a:cubicBezTo>
                <a:cubicBezTo>
                  <a:pt x="601" y="3636"/>
                  <a:pt x="534" y="3670"/>
                  <a:pt x="467" y="3703"/>
                </a:cubicBezTo>
                <a:cubicBezTo>
                  <a:pt x="400" y="3770"/>
                  <a:pt x="334" y="3803"/>
                  <a:pt x="300" y="3903"/>
                </a:cubicBezTo>
                <a:cubicBezTo>
                  <a:pt x="267" y="3936"/>
                  <a:pt x="200" y="3936"/>
                  <a:pt x="200" y="3970"/>
                </a:cubicBezTo>
                <a:cubicBezTo>
                  <a:pt x="167" y="4003"/>
                  <a:pt x="167" y="4003"/>
                  <a:pt x="167" y="4003"/>
                </a:cubicBezTo>
                <a:cubicBezTo>
                  <a:pt x="100" y="4103"/>
                  <a:pt x="67" y="4203"/>
                  <a:pt x="67" y="4303"/>
                </a:cubicBezTo>
                <a:cubicBezTo>
                  <a:pt x="33" y="4337"/>
                  <a:pt x="33" y="4370"/>
                  <a:pt x="0" y="4437"/>
                </a:cubicBezTo>
                <a:cubicBezTo>
                  <a:pt x="0" y="4570"/>
                  <a:pt x="0" y="4737"/>
                  <a:pt x="33" y="4870"/>
                </a:cubicBezTo>
                <a:lnTo>
                  <a:pt x="3302" y="17980"/>
                </a:lnTo>
                <a:lnTo>
                  <a:pt x="3503" y="18780"/>
                </a:lnTo>
                <a:lnTo>
                  <a:pt x="26586" y="18780"/>
                </a:lnTo>
                <a:cubicBezTo>
                  <a:pt x="26586" y="18747"/>
                  <a:pt x="26619" y="18747"/>
                  <a:pt x="26652" y="18747"/>
                </a:cubicBezTo>
                <a:cubicBezTo>
                  <a:pt x="26686" y="18714"/>
                  <a:pt x="26719" y="18680"/>
                  <a:pt x="26786" y="18680"/>
                </a:cubicBezTo>
                <a:cubicBezTo>
                  <a:pt x="26853" y="18647"/>
                  <a:pt x="26919" y="18614"/>
                  <a:pt x="26986" y="18547"/>
                </a:cubicBezTo>
                <a:cubicBezTo>
                  <a:pt x="27019" y="18513"/>
                  <a:pt x="27053" y="18447"/>
                  <a:pt x="27086" y="18413"/>
                </a:cubicBezTo>
                <a:cubicBezTo>
                  <a:pt x="27119" y="18380"/>
                  <a:pt x="27186" y="18313"/>
                  <a:pt x="27220" y="18247"/>
                </a:cubicBezTo>
                <a:cubicBezTo>
                  <a:pt x="27253" y="18180"/>
                  <a:pt x="27253" y="18113"/>
                  <a:pt x="27286" y="18080"/>
                </a:cubicBezTo>
                <a:cubicBezTo>
                  <a:pt x="27320" y="18013"/>
                  <a:pt x="27320" y="17946"/>
                  <a:pt x="27353" y="17880"/>
                </a:cubicBezTo>
                <a:lnTo>
                  <a:pt x="27353" y="17846"/>
                </a:lnTo>
                <a:lnTo>
                  <a:pt x="3015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3" name="Google Shape;263;p18"/>
          <p:cNvSpPr/>
          <p:nvPr/>
        </p:nvSpPr>
        <p:spPr>
          <a:xfrm>
            <a:off x="4200719" y="1336908"/>
            <a:ext cx="88425" cy="88425"/>
          </a:xfrm>
          <a:custGeom>
            <a:avLst/>
            <a:gdLst/>
            <a:ahLst/>
            <a:cxnLst/>
            <a:rect l="l" t="t" r="r" b="b"/>
            <a:pathLst>
              <a:path w="3537" h="3537" fill="none" extrusionOk="0">
                <a:moveTo>
                  <a:pt x="1" y="1768"/>
                </a:moveTo>
                <a:cubicBezTo>
                  <a:pt x="1" y="2736"/>
                  <a:pt x="801" y="3536"/>
                  <a:pt x="1769" y="3536"/>
                </a:cubicBezTo>
                <a:cubicBezTo>
                  <a:pt x="2736" y="3536"/>
                  <a:pt x="3537" y="2736"/>
                  <a:pt x="3537" y="1768"/>
                </a:cubicBezTo>
                <a:cubicBezTo>
                  <a:pt x="3537" y="801"/>
                  <a:pt x="2770" y="0"/>
                  <a:pt x="1769" y="0"/>
                </a:cubicBezTo>
                <a:cubicBezTo>
                  <a:pt x="801" y="0"/>
                  <a:pt x="1" y="801"/>
                  <a:pt x="1" y="1768"/>
                </a:cubicBezTo>
                <a:close/>
              </a:path>
            </a:pathLst>
          </a:custGeom>
          <a:noFill/>
          <a:ln w="31700" cap="flat" cmpd="sng">
            <a:solidFill>
              <a:srgbClr val="A45AAF"/>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4" name="Google Shape;264;p18"/>
          <p:cNvSpPr/>
          <p:nvPr/>
        </p:nvSpPr>
        <p:spPr>
          <a:xfrm>
            <a:off x="4558919" y="1336908"/>
            <a:ext cx="88400" cy="88425"/>
          </a:xfrm>
          <a:custGeom>
            <a:avLst/>
            <a:gdLst/>
            <a:ahLst/>
            <a:cxnLst/>
            <a:rect l="l" t="t" r="r" b="b"/>
            <a:pathLst>
              <a:path w="3536" h="3537" fill="none" extrusionOk="0">
                <a:moveTo>
                  <a:pt x="3536" y="1768"/>
                </a:moveTo>
                <a:cubicBezTo>
                  <a:pt x="3536" y="2736"/>
                  <a:pt x="2735" y="3536"/>
                  <a:pt x="1768" y="3536"/>
                </a:cubicBezTo>
                <a:cubicBezTo>
                  <a:pt x="801" y="3536"/>
                  <a:pt x="0" y="2736"/>
                  <a:pt x="0" y="1768"/>
                </a:cubicBezTo>
                <a:cubicBezTo>
                  <a:pt x="0" y="801"/>
                  <a:pt x="801" y="0"/>
                  <a:pt x="1768" y="0"/>
                </a:cubicBezTo>
                <a:cubicBezTo>
                  <a:pt x="2735" y="0"/>
                  <a:pt x="3536" y="801"/>
                  <a:pt x="3536" y="1768"/>
                </a:cubicBezTo>
                <a:close/>
              </a:path>
            </a:pathLst>
          </a:custGeom>
          <a:noFill/>
          <a:ln w="31700" cap="flat" cmpd="sng">
            <a:solidFill>
              <a:srgbClr val="A45AAF"/>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5" name="Google Shape;265;p18"/>
          <p:cNvSpPr/>
          <p:nvPr/>
        </p:nvSpPr>
        <p:spPr>
          <a:xfrm>
            <a:off x="7623913" y="1324808"/>
            <a:ext cx="808025" cy="819500"/>
          </a:xfrm>
          <a:custGeom>
            <a:avLst/>
            <a:gdLst/>
            <a:ahLst/>
            <a:cxnLst/>
            <a:rect l="l" t="t" r="r" b="b"/>
            <a:pathLst>
              <a:path w="32321" h="32780" extrusionOk="0">
                <a:moveTo>
                  <a:pt x="9300" y="0"/>
                </a:moveTo>
                <a:cubicBezTo>
                  <a:pt x="9195" y="0"/>
                  <a:pt x="9090" y="13"/>
                  <a:pt x="8987" y="40"/>
                </a:cubicBezTo>
                <a:cubicBezTo>
                  <a:pt x="6452" y="708"/>
                  <a:pt x="3950" y="1375"/>
                  <a:pt x="1448" y="2042"/>
                </a:cubicBezTo>
                <a:cubicBezTo>
                  <a:pt x="0" y="2442"/>
                  <a:pt x="459" y="4522"/>
                  <a:pt x="1772" y="4522"/>
                </a:cubicBezTo>
                <a:cubicBezTo>
                  <a:pt x="1881" y="4522"/>
                  <a:pt x="1996" y="4508"/>
                  <a:pt x="2115" y="4477"/>
                </a:cubicBezTo>
                <a:cubicBezTo>
                  <a:pt x="4184" y="3910"/>
                  <a:pt x="6285" y="3343"/>
                  <a:pt x="8387" y="2809"/>
                </a:cubicBezTo>
                <a:cubicBezTo>
                  <a:pt x="10622" y="12483"/>
                  <a:pt x="12856" y="22156"/>
                  <a:pt x="15091" y="31863"/>
                </a:cubicBezTo>
                <a:cubicBezTo>
                  <a:pt x="15230" y="32391"/>
                  <a:pt x="15785" y="32780"/>
                  <a:pt x="16314" y="32780"/>
                </a:cubicBezTo>
                <a:cubicBezTo>
                  <a:pt x="16420" y="32780"/>
                  <a:pt x="16525" y="32764"/>
                  <a:pt x="16626" y="32731"/>
                </a:cubicBezTo>
                <a:cubicBezTo>
                  <a:pt x="21963" y="30929"/>
                  <a:pt x="25632" y="29595"/>
                  <a:pt x="30936" y="27760"/>
                </a:cubicBezTo>
                <a:cubicBezTo>
                  <a:pt x="32320" y="27309"/>
                  <a:pt x="31913" y="25283"/>
                  <a:pt x="30693" y="25283"/>
                </a:cubicBezTo>
                <a:cubicBezTo>
                  <a:pt x="30561" y="25283"/>
                  <a:pt x="30419" y="25306"/>
                  <a:pt x="30269" y="25359"/>
                </a:cubicBezTo>
                <a:cubicBezTo>
                  <a:pt x="25365" y="27026"/>
                  <a:pt x="22130" y="28227"/>
                  <a:pt x="17226" y="29895"/>
                </a:cubicBezTo>
                <a:cubicBezTo>
                  <a:pt x="14991" y="20255"/>
                  <a:pt x="12756" y="10581"/>
                  <a:pt x="10521" y="908"/>
                </a:cubicBezTo>
                <a:cubicBezTo>
                  <a:pt x="10382" y="349"/>
                  <a:pt x="9844" y="0"/>
                  <a:pt x="930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6" name="Google Shape;266;p18"/>
          <p:cNvSpPr/>
          <p:nvPr/>
        </p:nvSpPr>
        <p:spPr>
          <a:xfrm>
            <a:off x="7893613" y="1667183"/>
            <a:ext cx="447850" cy="505425"/>
          </a:xfrm>
          <a:custGeom>
            <a:avLst/>
            <a:gdLst/>
            <a:ahLst/>
            <a:cxnLst/>
            <a:rect l="l" t="t" r="r" b="b"/>
            <a:pathLst>
              <a:path w="17914" h="20217" extrusionOk="0">
                <a:moveTo>
                  <a:pt x="13527" y="0"/>
                </a:moveTo>
                <a:cubicBezTo>
                  <a:pt x="13455" y="0"/>
                  <a:pt x="13383" y="7"/>
                  <a:pt x="13310" y="22"/>
                </a:cubicBezTo>
                <a:lnTo>
                  <a:pt x="1101" y="2457"/>
                </a:lnTo>
                <a:cubicBezTo>
                  <a:pt x="434" y="2590"/>
                  <a:pt x="0" y="3291"/>
                  <a:pt x="167" y="4025"/>
                </a:cubicBezTo>
                <a:lnTo>
                  <a:pt x="3136" y="19069"/>
                </a:lnTo>
                <a:cubicBezTo>
                  <a:pt x="3257" y="19767"/>
                  <a:pt x="3821" y="20216"/>
                  <a:pt x="4424" y="20216"/>
                </a:cubicBezTo>
                <a:cubicBezTo>
                  <a:pt x="4483" y="20216"/>
                  <a:pt x="4543" y="20212"/>
                  <a:pt x="4604" y="20203"/>
                </a:cubicBezTo>
                <a:lnTo>
                  <a:pt x="16812" y="17768"/>
                </a:lnTo>
                <a:cubicBezTo>
                  <a:pt x="17479" y="17635"/>
                  <a:pt x="17913" y="16934"/>
                  <a:pt x="17746" y="16200"/>
                </a:cubicBezTo>
                <a:lnTo>
                  <a:pt x="14778" y="1123"/>
                </a:lnTo>
                <a:cubicBezTo>
                  <a:pt x="14659" y="469"/>
                  <a:pt x="14116" y="0"/>
                  <a:pt x="13527" y="0"/>
                </a:cubicBezTo>
                <a:close/>
              </a:path>
            </a:pathLst>
          </a:custGeom>
          <a:solidFill>
            <a:srgbClr val="C7B9E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7" name="Google Shape;267;p18"/>
          <p:cNvSpPr/>
          <p:nvPr/>
        </p:nvSpPr>
        <p:spPr>
          <a:xfrm>
            <a:off x="8077063" y="2153908"/>
            <a:ext cx="145975" cy="131775"/>
          </a:xfrm>
          <a:custGeom>
            <a:avLst/>
            <a:gdLst/>
            <a:ahLst/>
            <a:cxnLst/>
            <a:rect l="l" t="t" r="r" b="b"/>
            <a:pathLst>
              <a:path w="5839" h="5271" extrusionOk="0">
                <a:moveTo>
                  <a:pt x="2336" y="0"/>
                </a:moveTo>
                <a:cubicBezTo>
                  <a:pt x="2169" y="367"/>
                  <a:pt x="1969" y="734"/>
                  <a:pt x="1669" y="1034"/>
                </a:cubicBezTo>
                <a:cubicBezTo>
                  <a:pt x="1168" y="1568"/>
                  <a:pt x="601" y="2002"/>
                  <a:pt x="1" y="2335"/>
                </a:cubicBezTo>
                <a:cubicBezTo>
                  <a:pt x="1" y="2369"/>
                  <a:pt x="1" y="2369"/>
                  <a:pt x="1" y="2369"/>
                </a:cubicBezTo>
                <a:cubicBezTo>
                  <a:pt x="1" y="3970"/>
                  <a:pt x="1302" y="5271"/>
                  <a:pt x="2936" y="5271"/>
                </a:cubicBezTo>
                <a:cubicBezTo>
                  <a:pt x="4537" y="5271"/>
                  <a:pt x="5838" y="3970"/>
                  <a:pt x="5838" y="2369"/>
                </a:cubicBezTo>
                <a:cubicBezTo>
                  <a:pt x="5838" y="2168"/>
                  <a:pt x="5805" y="2002"/>
                  <a:pt x="5772" y="1801"/>
                </a:cubicBezTo>
                <a:cubicBezTo>
                  <a:pt x="5071" y="1401"/>
                  <a:pt x="4638" y="734"/>
                  <a:pt x="4437" y="0"/>
                </a:cubicBezTo>
                <a:close/>
              </a:path>
            </a:pathLst>
          </a:custGeom>
          <a:solidFill>
            <a:srgbClr val="72727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8" name="Google Shape;268;p18"/>
          <p:cNvSpPr/>
          <p:nvPr/>
        </p:nvSpPr>
        <p:spPr>
          <a:xfrm>
            <a:off x="8090413" y="2153908"/>
            <a:ext cx="116775" cy="117600"/>
          </a:xfrm>
          <a:custGeom>
            <a:avLst/>
            <a:gdLst/>
            <a:ahLst/>
            <a:cxnLst/>
            <a:rect l="l" t="t" r="r" b="b"/>
            <a:pathLst>
              <a:path w="4671" h="4704" fill="none" extrusionOk="0">
                <a:moveTo>
                  <a:pt x="4671" y="2335"/>
                </a:moveTo>
                <a:cubicBezTo>
                  <a:pt x="4671" y="3636"/>
                  <a:pt x="3637" y="4704"/>
                  <a:pt x="2336" y="4704"/>
                </a:cubicBezTo>
                <a:cubicBezTo>
                  <a:pt x="1035" y="4704"/>
                  <a:pt x="1" y="3636"/>
                  <a:pt x="1" y="2335"/>
                </a:cubicBezTo>
                <a:cubicBezTo>
                  <a:pt x="1" y="1068"/>
                  <a:pt x="1035" y="0"/>
                  <a:pt x="2336" y="0"/>
                </a:cubicBezTo>
                <a:cubicBezTo>
                  <a:pt x="3637" y="0"/>
                  <a:pt x="4671" y="1068"/>
                  <a:pt x="4671" y="2335"/>
                </a:cubicBezTo>
                <a:close/>
              </a:path>
            </a:pathLst>
          </a:custGeom>
          <a:noFill/>
          <a:ln w="31700" cap="flat" cmpd="sng">
            <a:solidFill>
              <a:srgbClr val="505655"/>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9" name="Google Shape;269;p18"/>
          <p:cNvSpPr/>
          <p:nvPr/>
        </p:nvSpPr>
        <p:spPr>
          <a:xfrm>
            <a:off x="8074563" y="2138058"/>
            <a:ext cx="148475" cy="149300"/>
          </a:xfrm>
          <a:custGeom>
            <a:avLst/>
            <a:gdLst/>
            <a:ahLst/>
            <a:cxnLst/>
            <a:rect l="l" t="t" r="r" b="b"/>
            <a:pathLst>
              <a:path w="5939" h="5972" extrusionOk="0">
                <a:moveTo>
                  <a:pt x="2970" y="0"/>
                </a:moveTo>
                <a:cubicBezTo>
                  <a:pt x="1335" y="0"/>
                  <a:pt x="1" y="1335"/>
                  <a:pt x="1" y="2969"/>
                </a:cubicBezTo>
                <a:cubicBezTo>
                  <a:pt x="1" y="4637"/>
                  <a:pt x="1335" y="5971"/>
                  <a:pt x="2970" y="5971"/>
                </a:cubicBezTo>
                <a:cubicBezTo>
                  <a:pt x="3904" y="5971"/>
                  <a:pt x="4738" y="5538"/>
                  <a:pt x="5271" y="4871"/>
                </a:cubicBezTo>
                <a:cubicBezTo>
                  <a:pt x="5338" y="4804"/>
                  <a:pt x="5405" y="4704"/>
                  <a:pt x="5438" y="4637"/>
                </a:cubicBezTo>
                <a:cubicBezTo>
                  <a:pt x="5505" y="4570"/>
                  <a:pt x="5538" y="4470"/>
                  <a:pt x="5605" y="4404"/>
                </a:cubicBezTo>
                <a:cubicBezTo>
                  <a:pt x="5805" y="3970"/>
                  <a:pt x="5938" y="3503"/>
                  <a:pt x="5938" y="2969"/>
                </a:cubicBezTo>
                <a:cubicBezTo>
                  <a:pt x="5938" y="1335"/>
                  <a:pt x="4604" y="0"/>
                  <a:pt x="2970" y="0"/>
                </a:cubicBezTo>
                <a:close/>
              </a:path>
            </a:pathLst>
          </a:custGeom>
          <a:solidFill>
            <a:srgbClr val="5948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0" name="Google Shape;270;p18"/>
          <p:cNvSpPr/>
          <p:nvPr/>
        </p:nvSpPr>
        <p:spPr>
          <a:xfrm>
            <a:off x="7563038" y="1421533"/>
            <a:ext cx="849875" cy="819525"/>
          </a:xfrm>
          <a:custGeom>
            <a:avLst/>
            <a:gdLst/>
            <a:ahLst/>
            <a:cxnLst/>
            <a:rect l="l" t="t" r="r" b="b"/>
            <a:pathLst>
              <a:path w="33995" h="32781" extrusionOk="0">
                <a:moveTo>
                  <a:pt x="9300" y="1"/>
                </a:moveTo>
                <a:cubicBezTo>
                  <a:pt x="9195" y="1"/>
                  <a:pt x="9090" y="14"/>
                  <a:pt x="8987" y="41"/>
                </a:cubicBezTo>
                <a:cubicBezTo>
                  <a:pt x="6485" y="708"/>
                  <a:pt x="3950" y="1375"/>
                  <a:pt x="1448" y="2042"/>
                </a:cubicBezTo>
                <a:cubicBezTo>
                  <a:pt x="0" y="2443"/>
                  <a:pt x="459" y="4522"/>
                  <a:pt x="1772" y="4522"/>
                </a:cubicBezTo>
                <a:cubicBezTo>
                  <a:pt x="1881" y="4522"/>
                  <a:pt x="1996" y="4508"/>
                  <a:pt x="2115" y="4477"/>
                </a:cubicBezTo>
                <a:cubicBezTo>
                  <a:pt x="4217" y="3910"/>
                  <a:pt x="6285" y="3343"/>
                  <a:pt x="8387" y="2810"/>
                </a:cubicBezTo>
                <a:cubicBezTo>
                  <a:pt x="10621" y="12483"/>
                  <a:pt x="12856" y="22157"/>
                  <a:pt x="15125" y="31864"/>
                </a:cubicBezTo>
                <a:cubicBezTo>
                  <a:pt x="15236" y="32391"/>
                  <a:pt x="15786" y="32780"/>
                  <a:pt x="16333" y="32780"/>
                </a:cubicBezTo>
                <a:cubicBezTo>
                  <a:pt x="16443" y="32780"/>
                  <a:pt x="16553" y="32764"/>
                  <a:pt x="16659" y="32731"/>
                </a:cubicBezTo>
                <a:cubicBezTo>
                  <a:pt x="21963" y="30930"/>
                  <a:pt x="27300" y="29128"/>
                  <a:pt x="32604" y="27327"/>
                </a:cubicBezTo>
                <a:cubicBezTo>
                  <a:pt x="33995" y="26843"/>
                  <a:pt x="33576" y="24824"/>
                  <a:pt x="32343" y="24824"/>
                </a:cubicBezTo>
                <a:cubicBezTo>
                  <a:pt x="32216" y="24824"/>
                  <a:pt x="32080" y="24845"/>
                  <a:pt x="31937" y="24892"/>
                </a:cubicBezTo>
                <a:cubicBezTo>
                  <a:pt x="27033" y="26560"/>
                  <a:pt x="22130" y="28228"/>
                  <a:pt x="17226" y="29896"/>
                </a:cubicBezTo>
                <a:cubicBezTo>
                  <a:pt x="14991" y="20222"/>
                  <a:pt x="12756" y="10582"/>
                  <a:pt x="10521" y="908"/>
                </a:cubicBezTo>
                <a:cubicBezTo>
                  <a:pt x="10382" y="349"/>
                  <a:pt x="9844" y="1"/>
                  <a:pt x="930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1" name="Google Shape;271;p18"/>
          <p:cNvSpPr/>
          <p:nvPr/>
        </p:nvSpPr>
        <p:spPr>
          <a:xfrm>
            <a:off x="8025363" y="2209783"/>
            <a:ext cx="145975" cy="131775"/>
          </a:xfrm>
          <a:custGeom>
            <a:avLst/>
            <a:gdLst/>
            <a:ahLst/>
            <a:cxnLst/>
            <a:rect l="l" t="t" r="r" b="b"/>
            <a:pathLst>
              <a:path w="5839" h="5271" extrusionOk="0">
                <a:moveTo>
                  <a:pt x="2336" y="0"/>
                </a:moveTo>
                <a:cubicBezTo>
                  <a:pt x="2202" y="367"/>
                  <a:pt x="1969" y="734"/>
                  <a:pt x="1669" y="1034"/>
                </a:cubicBezTo>
                <a:cubicBezTo>
                  <a:pt x="1202" y="1568"/>
                  <a:pt x="635" y="2002"/>
                  <a:pt x="34" y="2335"/>
                </a:cubicBezTo>
                <a:cubicBezTo>
                  <a:pt x="34" y="2335"/>
                  <a:pt x="1" y="2368"/>
                  <a:pt x="1" y="2368"/>
                </a:cubicBezTo>
                <a:cubicBezTo>
                  <a:pt x="1" y="3970"/>
                  <a:pt x="1335" y="5271"/>
                  <a:pt x="2936" y="5271"/>
                </a:cubicBezTo>
                <a:cubicBezTo>
                  <a:pt x="4537" y="5271"/>
                  <a:pt x="5838" y="3970"/>
                  <a:pt x="5838" y="2368"/>
                </a:cubicBezTo>
                <a:cubicBezTo>
                  <a:pt x="5838" y="2168"/>
                  <a:pt x="5838" y="2002"/>
                  <a:pt x="5805" y="1801"/>
                </a:cubicBezTo>
                <a:cubicBezTo>
                  <a:pt x="5104" y="1401"/>
                  <a:pt x="4671" y="734"/>
                  <a:pt x="447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2" name="Google Shape;272;p18"/>
          <p:cNvSpPr/>
          <p:nvPr/>
        </p:nvSpPr>
        <p:spPr>
          <a:xfrm>
            <a:off x="8038713" y="2209783"/>
            <a:ext cx="117600" cy="117600"/>
          </a:xfrm>
          <a:custGeom>
            <a:avLst/>
            <a:gdLst/>
            <a:ahLst/>
            <a:cxnLst/>
            <a:rect l="l" t="t" r="r" b="b"/>
            <a:pathLst>
              <a:path w="4704" h="4704" fill="none" extrusionOk="0">
                <a:moveTo>
                  <a:pt x="0" y="2335"/>
                </a:moveTo>
                <a:cubicBezTo>
                  <a:pt x="0" y="3636"/>
                  <a:pt x="1068" y="4703"/>
                  <a:pt x="2335" y="4703"/>
                </a:cubicBezTo>
                <a:cubicBezTo>
                  <a:pt x="3636" y="4703"/>
                  <a:pt x="4704" y="3636"/>
                  <a:pt x="4704" y="2335"/>
                </a:cubicBezTo>
                <a:cubicBezTo>
                  <a:pt x="4704" y="1034"/>
                  <a:pt x="3636" y="0"/>
                  <a:pt x="2335" y="0"/>
                </a:cubicBezTo>
                <a:cubicBezTo>
                  <a:pt x="1068" y="0"/>
                  <a:pt x="0" y="1034"/>
                  <a:pt x="0" y="2335"/>
                </a:cubicBezTo>
                <a:close/>
              </a:path>
            </a:pathLst>
          </a:custGeom>
          <a:solidFill>
            <a:srgbClr val="B3A1E0"/>
          </a:solidFill>
          <a:ln w="31700" cap="flat" cmpd="sng">
            <a:solidFill>
              <a:srgbClr val="B3A1E0"/>
            </a:solidFill>
            <a:prstDash val="solid"/>
            <a:miter lim="33357"/>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3" name="Google Shape;273;p18"/>
          <p:cNvSpPr txBox="1"/>
          <p:nvPr/>
        </p:nvSpPr>
        <p:spPr>
          <a:xfrm>
            <a:off x="6372239" y="2643483"/>
            <a:ext cx="2645772" cy="2292547"/>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Universitetda kofe dokoni ochish uchun biznes reja ishlab chiqish muhim. Bu reja harajatlar va daromadlarni aniq hisoblash imkonini yaratadi.</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
        <p:nvSpPr>
          <p:cNvPr id="274" name="Google Shape;274;p18"/>
          <p:cNvSpPr txBox="1"/>
          <p:nvPr/>
        </p:nvSpPr>
        <p:spPr>
          <a:xfrm>
            <a:off x="2986947" y="1572924"/>
            <a:ext cx="3106756" cy="1819175"/>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Talaba Kuziboyev Ulugbek sifatida, harajatlar va moliyaviy hisob-kitoblarni to‘g‘ri rejalashtirish, muvaffaqiyatli biznes uchun asosiy qadamdir. Bu strategiya muhim.</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
        <p:nvSpPr>
          <p:cNvPr id="275" name="Google Shape;275;p18"/>
          <p:cNvSpPr txBox="1"/>
          <p:nvPr/>
        </p:nvSpPr>
        <p:spPr>
          <a:xfrm>
            <a:off x="174232" y="2492925"/>
            <a:ext cx="2645772" cy="237137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Reja doirasida joylashuv, asbob-usska, xodimlar va reklama xarajatlari hisobga olinadi. Raqamlar va prognozlar biznesning barqarorligini ta’minlashda yordam beradi.</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
        <p:nvSpPr>
          <p:cNvPr id="276" name="Google Shape;276;p18"/>
          <p:cNvSpPr/>
          <p:nvPr/>
        </p:nvSpPr>
        <p:spPr>
          <a:xfrm>
            <a:off x="3776700" y="4608903"/>
            <a:ext cx="1590600" cy="27300"/>
          </a:xfrm>
          <a:prstGeom prst="rect">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7" name="Google Shape;277;p18"/>
          <p:cNvSpPr/>
          <p:nvPr/>
        </p:nvSpPr>
        <p:spPr>
          <a:xfrm>
            <a:off x="4540325" y="3601925"/>
            <a:ext cx="63300" cy="63300"/>
          </a:xfrm>
          <a:prstGeom prst="ellipse">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19"/>
          <p:cNvSpPr txBox="1">
            <a:spLocks noGrp="1"/>
          </p:cNvSpPr>
          <p:nvPr>
            <p:ph type="title"/>
          </p:nvPr>
        </p:nvSpPr>
        <p:spPr>
          <a:xfrm>
            <a:off x="572877" y="253045"/>
            <a:ext cx="7718840" cy="32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Loyihaning Tijorat Potentsiali</a:t>
            </a:r>
            <a:endParaRPr lang="en-GB" sz="1200"/>
          </a:p>
        </p:txBody>
      </p:sp>
      <p:sp>
        <p:nvSpPr>
          <p:cNvPr id="283" name="Google Shape;283;p19"/>
          <p:cNvSpPr txBox="1"/>
          <p:nvPr/>
        </p:nvSpPr>
        <p:spPr>
          <a:xfrm flipH="1">
            <a:off x="307849" y="3775274"/>
            <a:ext cx="4726859" cy="1215346"/>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rgbClr val="000000"/>
                </a:solidFill>
                <a:latin typeface="Roboto" panose="02000000000000000000"/>
                <a:ea typeface="Roboto" panose="02000000000000000000"/>
                <a:cs typeface="Roboto" panose="02000000000000000000"/>
                <a:sym typeface="Roboto" panose="02000000000000000000"/>
              </a:rPr>
              <a:t>Universitetda kofe dokoni ochish uchun biznes reja ishlab chiqish muhim. Harajatlar va hisob-kitoblarni aniq belgilash lozim, muvaffaqiyat uchun asosiy shart. </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284" name="Google Shape;284;p19"/>
          <p:cNvSpPr txBox="1"/>
          <p:nvPr/>
        </p:nvSpPr>
        <p:spPr>
          <a:xfrm flipH="1">
            <a:off x="298107" y="928871"/>
            <a:ext cx="4724381" cy="1208144"/>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rgbClr val="000000"/>
                </a:solidFill>
                <a:latin typeface="Roboto" panose="02000000000000000000"/>
                <a:ea typeface="Roboto" panose="02000000000000000000"/>
                <a:cs typeface="Roboto" panose="02000000000000000000"/>
                <a:sym typeface="Roboto" panose="02000000000000000000"/>
              </a:rPr>
              <a:t>Talaba Kuziboyev Ulugbek, loyihaining tijorat potentsialini baholash, bozorni tahlil qilish va poydevor yaratish uchun strategik reja tuzish talab etiladi. </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285" name="Google Shape;285;p19"/>
          <p:cNvSpPr txBox="1"/>
          <p:nvPr/>
        </p:nvSpPr>
        <p:spPr>
          <a:xfrm flipH="1">
            <a:off x="290742" y="2323479"/>
            <a:ext cx="4724382" cy="130107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rgbClr val="000000"/>
                </a:solidFill>
                <a:latin typeface="Roboto" panose="02000000000000000000"/>
                <a:ea typeface="Roboto" panose="02000000000000000000"/>
                <a:cs typeface="Roboto" panose="02000000000000000000"/>
                <a:sym typeface="Roboto" panose="02000000000000000000"/>
              </a:rPr>
              <a:t>Aniq hisob-kitoblar bilan iqtisodiy samaradorlikni ta'minlab, moliyaviy resurslarni samarali boshqarish uchun puxta reja ishlab chiqish zarur. </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grpSp>
        <p:nvGrpSpPr>
          <p:cNvPr id="286" name="Google Shape;286;p19"/>
          <p:cNvGrpSpPr/>
          <p:nvPr/>
        </p:nvGrpSpPr>
        <p:grpSpPr>
          <a:xfrm>
            <a:off x="5135211" y="1265641"/>
            <a:ext cx="518700" cy="3117306"/>
            <a:chOff x="2558000" y="1258887"/>
            <a:chExt cx="518700" cy="3117306"/>
          </a:xfrm>
        </p:grpSpPr>
        <p:sp>
          <p:nvSpPr>
            <p:cNvPr id="287" name="Google Shape;287;p19"/>
            <p:cNvSpPr/>
            <p:nvPr/>
          </p:nvSpPr>
          <p:spPr>
            <a:xfrm flipH="1">
              <a:off x="2558000" y="3857493"/>
              <a:ext cx="518700" cy="518700"/>
            </a:xfrm>
            <a:prstGeom prst="ellipse">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panose="020B0604020202020204"/>
                <a:buNone/>
              </a:pPr>
              <a:r>
                <a:rPr lang="en-GB" sz="1200" b="0" i="0" u="none" strike="noStrike" cap="none">
                  <a:solidFill>
                    <a:schemeClr val="lt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rPr>
                <a:t>C</a:t>
              </a:r>
              <a:endParaRPr sz="2600" b="0" i="0" u="none" strike="noStrike" cap="none">
                <a:solidFill>
                  <a:schemeClr val="lt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endParaRPr>
            </a:p>
          </p:txBody>
        </p:sp>
        <p:sp>
          <p:nvSpPr>
            <p:cNvPr id="288" name="Google Shape;288;p19"/>
            <p:cNvSpPr/>
            <p:nvPr/>
          </p:nvSpPr>
          <p:spPr>
            <a:xfrm flipH="1">
              <a:off x="2558000" y="2565355"/>
              <a:ext cx="518700" cy="518700"/>
            </a:xfrm>
            <a:prstGeom prst="ellipse">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panose="020B0604020202020204"/>
                <a:buNone/>
              </a:pPr>
              <a:r>
                <a:rPr lang="en-GB" sz="1200" b="0" i="0" u="none" strike="noStrike" cap="none">
                  <a:solidFill>
                    <a:schemeClr val="lt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rPr>
                <a:t>B</a:t>
              </a:r>
              <a:endParaRPr sz="2600" b="0" i="0" u="none" strike="noStrike" cap="none">
                <a:solidFill>
                  <a:schemeClr val="lt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endParaRPr>
            </a:p>
          </p:txBody>
        </p:sp>
        <p:sp>
          <p:nvSpPr>
            <p:cNvPr id="289" name="Google Shape;289;p19"/>
            <p:cNvSpPr/>
            <p:nvPr/>
          </p:nvSpPr>
          <p:spPr>
            <a:xfrm flipH="1">
              <a:off x="2558000" y="1258887"/>
              <a:ext cx="518700" cy="5187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600"/>
                <a:buFont typeface="Arial" panose="020B0604020202020204"/>
                <a:buNone/>
              </a:pPr>
              <a:r>
                <a:rPr lang="en-GB" sz="1200" b="0" i="0" u="none" strike="noStrike" cap="none">
                  <a:solidFill>
                    <a:schemeClr val="lt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rPr>
                <a:t>A</a:t>
              </a:r>
              <a:endParaRPr sz="2600" b="0" i="0" u="none" strike="noStrike" cap="none">
                <a:solidFill>
                  <a:schemeClr val="lt1"/>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endParaRPr>
            </a:p>
          </p:txBody>
        </p:sp>
      </p:grpSp>
      <p:grpSp>
        <p:nvGrpSpPr>
          <p:cNvPr id="290" name="Google Shape;290;p19"/>
          <p:cNvGrpSpPr/>
          <p:nvPr/>
        </p:nvGrpSpPr>
        <p:grpSpPr>
          <a:xfrm flipH="1">
            <a:off x="5625811" y="1412712"/>
            <a:ext cx="2408326" cy="2813680"/>
            <a:chOff x="2864825" y="1518944"/>
            <a:chExt cx="2188790" cy="2557193"/>
          </a:xfrm>
        </p:grpSpPr>
        <p:sp>
          <p:nvSpPr>
            <p:cNvPr id="291" name="Google Shape;291;p19"/>
            <p:cNvSpPr/>
            <p:nvPr/>
          </p:nvSpPr>
          <p:spPr>
            <a:xfrm>
              <a:off x="4805188" y="1518944"/>
              <a:ext cx="248427" cy="2557193"/>
            </a:xfrm>
            <a:custGeom>
              <a:avLst/>
              <a:gdLst/>
              <a:ahLst/>
              <a:cxnLst/>
              <a:rect l="l" t="t" r="r" b="b"/>
              <a:pathLst>
                <a:path w="1646" h="9029" extrusionOk="0">
                  <a:moveTo>
                    <a:pt x="0" y="1"/>
                  </a:moveTo>
                  <a:lnTo>
                    <a:pt x="0" y="9028"/>
                  </a:lnTo>
                  <a:lnTo>
                    <a:pt x="1646" y="9028"/>
                  </a:lnTo>
                  <a:lnTo>
                    <a:pt x="1646" y="8966"/>
                  </a:lnTo>
                  <a:lnTo>
                    <a:pt x="56" y="8966"/>
                  </a:lnTo>
                  <a:lnTo>
                    <a:pt x="56" y="56"/>
                  </a:lnTo>
                  <a:lnTo>
                    <a:pt x="1646" y="56"/>
                  </a:lnTo>
                  <a:lnTo>
                    <a:pt x="1646" y="1"/>
                  </a:ln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2" name="Google Shape;292;p19"/>
            <p:cNvSpPr/>
            <p:nvPr/>
          </p:nvSpPr>
          <p:spPr>
            <a:xfrm>
              <a:off x="2864825" y="2793250"/>
              <a:ext cx="2188761" cy="8600"/>
            </a:xfrm>
            <a:custGeom>
              <a:avLst/>
              <a:gdLst/>
              <a:ahLst/>
              <a:cxnLst/>
              <a:rect l="l" t="t" r="r" b="b"/>
              <a:pathLst>
                <a:path w="11576" h="57" extrusionOk="0">
                  <a:moveTo>
                    <a:pt x="0" y="1"/>
                  </a:moveTo>
                  <a:lnTo>
                    <a:pt x="0" y="56"/>
                  </a:lnTo>
                  <a:lnTo>
                    <a:pt x="11576" y="56"/>
                  </a:lnTo>
                  <a:lnTo>
                    <a:pt x="11576" y="1"/>
                  </a:lnTo>
                  <a:close/>
                </a:path>
              </a:pathLst>
            </a:cu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93" name="Google Shape;293;p19"/>
          <p:cNvSpPr/>
          <p:nvPr/>
        </p:nvSpPr>
        <p:spPr>
          <a:xfrm flipH="1">
            <a:off x="6265264" y="2137015"/>
            <a:ext cx="1120554" cy="1235443"/>
          </a:xfrm>
          <a:custGeom>
            <a:avLst/>
            <a:gdLst/>
            <a:ahLst/>
            <a:cxnLst/>
            <a:rect l="l" t="t" r="r" b="b"/>
            <a:pathLst>
              <a:path w="50103" h="55240" extrusionOk="0">
                <a:moveTo>
                  <a:pt x="3703" y="0"/>
                </a:moveTo>
                <a:cubicBezTo>
                  <a:pt x="4170" y="18380"/>
                  <a:pt x="3003" y="36860"/>
                  <a:pt x="1" y="55240"/>
                </a:cubicBezTo>
                <a:lnTo>
                  <a:pt x="50103" y="55240"/>
                </a:lnTo>
                <a:cubicBezTo>
                  <a:pt x="47067" y="36860"/>
                  <a:pt x="45933" y="18380"/>
                  <a:pt x="46400"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4" name="Google Shape;294;p19"/>
          <p:cNvSpPr/>
          <p:nvPr/>
        </p:nvSpPr>
        <p:spPr>
          <a:xfrm flipH="1">
            <a:off x="6426398" y="2561518"/>
            <a:ext cx="804245" cy="307385"/>
          </a:xfrm>
          <a:custGeom>
            <a:avLst/>
            <a:gdLst/>
            <a:ahLst/>
            <a:cxnLst/>
            <a:rect l="l" t="t" r="r" b="b"/>
            <a:pathLst>
              <a:path w="35960" h="13744" extrusionOk="0">
                <a:moveTo>
                  <a:pt x="8674" y="334"/>
                </a:moveTo>
                <a:cubicBezTo>
                  <a:pt x="10809" y="201"/>
                  <a:pt x="12877" y="534"/>
                  <a:pt x="14978" y="868"/>
                </a:cubicBezTo>
                <a:cubicBezTo>
                  <a:pt x="17246" y="1268"/>
                  <a:pt x="19515" y="1135"/>
                  <a:pt x="21750" y="668"/>
                </a:cubicBezTo>
                <a:cubicBezTo>
                  <a:pt x="24585" y="34"/>
                  <a:pt x="27454" y="0"/>
                  <a:pt x="30322" y="301"/>
                </a:cubicBezTo>
                <a:cubicBezTo>
                  <a:pt x="31890" y="467"/>
                  <a:pt x="33425" y="701"/>
                  <a:pt x="34959" y="968"/>
                </a:cubicBezTo>
                <a:cubicBezTo>
                  <a:pt x="35760" y="1101"/>
                  <a:pt x="35793" y="1135"/>
                  <a:pt x="35860" y="1968"/>
                </a:cubicBezTo>
                <a:cubicBezTo>
                  <a:pt x="35960" y="2936"/>
                  <a:pt x="35960" y="3937"/>
                  <a:pt x="35960" y="4904"/>
                </a:cubicBezTo>
                <a:cubicBezTo>
                  <a:pt x="35960" y="5104"/>
                  <a:pt x="35893" y="5371"/>
                  <a:pt x="35760" y="5471"/>
                </a:cubicBezTo>
                <a:cubicBezTo>
                  <a:pt x="35393" y="5671"/>
                  <a:pt x="35359" y="6005"/>
                  <a:pt x="35259" y="6338"/>
                </a:cubicBezTo>
                <a:cubicBezTo>
                  <a:pt x="34859" y="7773"/>
                  <a:pt x="34492" y="9207"/>
                  <a:pt x="33992" y="10608"/>
                </a:cubicBezTo>
                <a:cubicBezTo>
                  <a:pt x="33425" y="12242"/>
                  <a:pt x="32090" y="13043"/>
                  <a:pt x="30423" y="13210"/>
                </a:cubicBezTo>
                <a:cubicBezTo>
                  <a:pt x="28454" y="13410"/>
                  <a:pt x="26520" y="13443"/>
                  <a:pt x="24585" y="12943"/>
                </a:cubicBezTo>
                <a:cubicBezTo>
                  <a:pt x="23251" y="12609"/>
                  <a:pt x="22217" y="11942"/>
                  <a:pt x="21449" y="10708"/>
                </a:cubicBezTo>
                <a:cubicBezTo>
                  <a:pt x="20382" y="8973"/>
                  <a:pt x="19715" y="7105"/>
                  <a:pt x="19215" y="5171"/>
                </a:cubicBezTo>
                <a:cubicBezTo>
                  <a:pt x="19114" y="4837"/>
                  <a:pt x="19014" y="4537"/>
                  <a:pt x="18914" y="4237"/>
                </a:cubicBezTo>
                <a:cubicBezTo>
                  <a:pt x="18748" y="3703"/>
                  <a:pt x="18581" y="3636"/>
                  <a:pt x="17947" y="3636"/>
                </a:cubicBezTo>
                <a:cubicBezTo>
                  <a:pt x="17513" y="3636"/>
                  <a:pt x="17180" y="3736"/>
                  <a:pt x="17013" y="4237"/>
                </a:cubicBezTo>
                <a:cubicBezTo>
                  <a:pt x="16713" y="5404"/>
                  <a:pt x="16479" y="6572"/>
                  <a:pt x="16046" y="7673"/>
                </a:cubicBezTo>
                <a:cubicBezTo>
                  <a:pt x="15645" y="8773"/>
                  <a:pt x="15078" y="9841"/>
                  <a:pt x="14545" y="10942"/>
                </a:cubicBezTo>
                <a:cubicBezTo>
                  <a:pt x="13977" y="12109"/>
                  <a:pt x="12910" y="12709"/>
                  <a:pt x="11709" y="13043"/>
                </a:cubicBezTo>
                <a:cubicBezTo>
                  <a:pt x="9574" y="13677"/>
                  <a:pt x="7406" y="13744"/>
                  <a:pt x="5238" y="13443"/>
                </a:cubicBezTo>
                <a:cubicBezTo>
                  <a:pt x="3770" y="13243"/>
                  <a:pt x="2636" y="12443"/>
                  <a:pt x="2102" y="11008"/>
                </a:cubicBezTo>
                <a:cubicBezTo>
                  <a:pt x="1569" y="9574"/>
                  <a:pt x="1168" y="8106"/>
                  <a:pt x="701" y="6672"/>
                </a:cubicBezTo>
                <a:cubicBezTo>
                  <a:pt x="601" y="6405"/>
                  <a:pt x="401" y="6205"/>
                  <a:pt x="268" y="5938"/>
                </a:cubicBezTo>
                <a:cubicBezTo>
                  <a:pt x="168" y="5738"/>
                  <a:pt x="1" y="5538"/>
                  <a:pt x="1" y="5338"/>
                </a:cubicBezTo>
                <a:cubicBezTo>
                  <a:pt x="1" y="4237"/>
                  <a:pt x="34" y="3169"/>
                  <a:pt x="68" y="2069"/>
                </a:cubicBezTo>
                <a:cubicBezTo>
                  <a:pt x="68" y="1702"/>
                  <a:pt x="268" y="1501"/>
                  <a:pt x="635" y="1468"/>
                </a:cubicBezTo>
                <a:cubicBezTo>
                  <a:pt x="2436" y="1135"/>
                  <a:pt x="4237" y="834"/>
                  <a:pt x="6038" y="534"/>
                </a:cubicBezTo>
                <a:cubicBezTo>
                  <a:pt x="6906" y="401"/>
                  <a:pt x="7806" y="401"/>
                  <a:pt x="8674" y="334"/>
                </a:cubicBezTo>
                <a:close/>
                <a:moveTo>
                  <a:pt x="9274" y="1835"/>
                </a:moveTo>
                <a:cubicBezTo>
                  <a:pt x="8707" y="1868"/>
                  <a:pt x="7873" y="1902"/>
                  <a:pt x="7006" y="1968"/>
                </a:cubicBezTo>
                <a:cubicBezTo>
                  <a:pt x="5805" y="2102"/>
                  <a:pt x="4604" y="2302"/>
                  <a:pt x="3503" y="2869"/>
                </a:cubicBezTo>
                <a:cubicBezTo>
                  <a:pt x="3003" y="3103"/>
                  <a:pt x="2569" y="3436"/>
                  <a:pt x="2436" y="4037"/>
                </a:cubicBezTo>
                <a:cubicBezTo>
                  <a:pt x="1969" y="6438"/>
                  <a:pt x="2236" y="8740"/>
                  <a:pt x="3403" y="10942"/>
                </a:cubicBezTo>
                <a:cubicBezTo>
                  <a:pt x="3770" y="11675"/>
                  <a:pt x="4371" y="12142"/>
                  <a:pt x="5205" y="12276"/>
                </a:cubicBezTo>
                <a:cubicBezTo>
                  <a:pt x="7106" y="12643"/>
                  <a:pt x="9041" y="12676"/>
                  <a:pt x="10942" y="12242"/>
                </a:cubicBezTo>
                <a:cubicBezTo>
                  <a:pt x="12276" y="11942"/>
                  <a:pt x="13244" y="11242"/>
                  <a:pt x="13911" y="10074"/>
                </a:cubicBezTo>
                <a:cubicBezTo>
                  <a:pt x="14778" y="8607"/>
                  <a:pt x="15378" y="7005"/>
                  <a:pt x="15645" y="5304"/>
                </a:cubicBezTo>
                <a:cubicBezTo>
                  <a:pt x="15912" y="3603"/>
                  <a:pt x="15479" y="2936"/>
                  <a:pt x="13811" y="2402"/>
                </a:cubicBezTo>
                <a:cubicBezTo>
                  <a:pt x="12443" y="1935"/>
                  <a:pt x="11009" y="1902"/>
                  <a:pt x="9274" y="1835"/>
                </a:cubicBezTo>
                <a:close/>
                <a:moveTo>
                  <a:pt x="28454" y="12309"/>
                </a:moveTo>
                <a:cubicBezTo>
                  <a:pt x="28955" y="12242"/>
                  <a:pt x="29555" y="12176"/>
                  <a:pt x="30156" y="12142"/>
                </a:cubicBezTo>
                <a:cubicBezTo>
                  <a:pt x="31590" y="12009"/>
                  <a:pt x="32557" y="11275"/>
                  <a:pt x="33058" y="9907"/>
                </a:cubicBezTo>
                <a:cubicBezTo>
                  <a:pt x="33692" y="8240"/>
                  <a:pt x="33892" y="6538"/>
                  <a:pt x="33692" y="4804"/>
                </a:cubicBezTo>
                <a:cubicBezTo>
                  <a:pt x="33625" y="4037"/>
                  <a:pt x="33591" y="3203"/>
                  <a:pt x="32824" y="2736"/>
                </a:cubicBezTo>
                <a:cubicBezTo>
                  <a:pt x="32391" y="2469"/>
                  <a:pt x="31890" y="2269"/>
                  <a:pt x="31390" y="2135"/>
                </a:cubicBezTo>
                <a:cubicBezTo>
                  <a:pt x="29522" y="1635"/>
                  <a:pt x="27621" y="1535"/>
                  <a:pt x="25719" y="1668"/>
                </a:cubicBezTo>
                <a:cubicBezTo>
                  <a:pt x="24318" y="1735"/>
                  <a:pt x="22951" y="1902"/>
                  <a:pt x="21650" y="2469"/>
                </a:cubicBezTo>
                <a:cubicBezTo>
                  <a:pt x="20582" y="2936"/>
                  <a:pt x="20149" y="3470"/>
                  <a:pt x="20282" y="4637"/>
                </a:cubicBezTo>
                <a:cubicBezTo>
                  <a:pt x="20515" y="6872"/>
                  <a:pt x="21316" y="8940"/>
                  <a:pt x="22750" y="10741"/>
                </a:cubicBezTo>
                <a:cubicBezTo>
                  <a:pt x="23184" y="11308"/>
                  <a:pt x="23784" y="11642"/>
                  <a:pt x="24452" y="11842"/>
                </a:cubicBezTo>
                <a:cubicBezTo>
                  <a:pt x="25719" y="12276"/>
                  <a:pt x="27020" y="12343"/>
                  <a:pt x="28454" y="12309"/>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5" name="Google Shape;295;p19"/>
          <p:cNvSpPr/>
          <p:nvPr/>
        </p:nvSpPr>
        <p:spPr>
          <a:xfrm flipH="1">
            <a:off x="6870282" y="2137015"/>
            <a:ext cx="515536" cy="1235443"/>
          </a:xfrm>
          <a:custGeom>
            <a:avLst/>
            <a:gdLst/>
            <a:ahLst/>
            <a:cxnLst/>
            <a:rect l="l" t="t" r="r" b="b"/>
            <a:pathLst>
              <a:path w="23051" h="55240" extrusionOk="0">
                <a:moveTo>
                  <a:pt x="3703" y="0"/>
                </a:moveTo>
                <a:cubicBezTo>
                  <a:pt x="4137" y="18380"/>
                  <a:pt x="3003" y="36860"/>
                  <a:pt x="1" y="55240"/>
                </a:cubicBezTo>
                <a:lnTo>
                  <a:pt x="23050" y="55240"/>
                </a:lnTo>
                <a:cubicBezTo>
                  <a:pt x="18180" y="37294"/>
                  <a:pt x="12309" y="18380"/>
                  <a:pt x="18080" y="0"/>
                </a:cubicBezTo>
                <a:close/>
              </a:path>
            </a:pathLst>
          </a:custGeom>
          <a:solidFill>
            <a:srgbClr val="1E6C6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6" name="Google Shape;296;p19"/>
          <p:cNvSpPr/>
          <p:nvPr/>
        </p:nvSpPr>
        <p:spPr>
          <a:xfrm flipH="1">
            <a:off x="6902361" y="2201920"/>
            <a:ext cx="76108" cy="76108"/>
          </a:xfrm>
          <a:custGeom>
            <a:avLst/>
            <a:gdLst/>
            <a:ahLst/>
            <a:cxnLst/>
            <a:rect l="l" t="t" r="r" b="b"/>
            <a:pathLst>
              <a:path w="3403" h="3403" extrusionOk="0">
                <a:moveTo>
                  <a:pt x="1702" y="0"/>
                </a:moveTo>
                <a:cubicBezTo>
                  <a:pt x="768" y="0"/>
                  <a:pt x="1" y="767"/>
                  <a:pt x="1" y="1701"/>
                </a:cubicBezTo>
                <a:cubicBezTo>
                  <a:pt x="1" y="2635"/>
                  <a:pt x="768" y="3403"/>
                  <a:pt x="1702" y="3403"/>
                </a:cubicBezTo>
                <a:cubicBezTo>
                  <a:pt x="2636" y="3403"/>
                  <a:pt x="3403" y="2635"/>
                  <a:pt x="3403" y="1701"/>
                </a:cubicBezTo>
                <a:cubicBezTo>
                  <a:pt x="3403" y="767"/>
                  <a:pt x="2636" y="0"/>
                  <a:pt x="1702" y="0"/>
                </a:cubicBezTo>
                <a:close/>
              </a:path>
            </a:pathLst>
          </a:custGeom>
          <a:solidFill>
            <a:srgbClr val="277D7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7" name="Google Shape;297;p19"/>
          <p:cNvSpPr/>
          <p:nvPr/>
        </p:nvSpPr>
        <p:spPr>
          <a:xfrm flipH="1">
            <a:off x="6634508" y="2201920"/>
            <a:ext cx="76130" cy="76108"/>
          </a:xfrm>
          <a:custGeom>
            <a:avLst/>
            <a:gdLst/>
            <a:ahLst/>
            <a:cxnLst/>
            <a:rect l="l" t="t" r="r" b="b"/>
            <a:pathLst>
              <a:path w="3404" h="3403" extrusionOk="0">
                <a:moveTo>
                  <a:pt x="1702" y="0"/>
                </a:moveTo>
                <a:cubicBezTo>
                  <a:pt x="768" y="0"/>
                  <a:pt x="1" y="767"/>
                  <a:pt x="1" y="1701"/>
                </a:cubicBezTo>
                <a:cubicBezTo>
                  <a:pt x="1" y="2635"/>
                  <a:pt x="768" y="3403"/>
                  <a:pt x="1702" y="3403"/>
                </a:cubicBezTo>
                <a:cubicBezTo>
                  <a:pt x="2636" y="3403"/>
                  <a:pt x="3403" y="2635"/>
                  <a:pt x="3403" y="1701"/>
                </a:cubicBezTo>
                <a:cubicBezTo>
                  <a:pt x="3403" y="767"/>
                  <a:pt x="2636" y="0"/>
                  <a:pt x="1702" y="0"/>
                </a:cubicBezTo>
                <a:close/>
              </a:path>
            </a:pathLst>
          </a:custGeom>
          <a:solidFill>
            <a:srgbClr val="277D7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8" name="Google Shape;298;p19"/>
          <p:cNvSpPr/>
          <p:nvPr/>
        </p:nvSpPr>
        <p:spPr>
          <a:xfrm flipH="1">
            <a:off x="6672582" y="1993762"/>
            <a:ext cx="267843" cy="246216"/>
          </a:xfrm>
          <a:custGeom>
            <a:avLst/>
            <a:gdLst/>
            <a:ahLst/>
            <a:cxnLst/>
            <a:rect l="l" t="t" r="r" b="b"/>
            <a:pathLst>
              <a:path w="11976" h="11009" fill="none" extrusionOk="0">
                <a:moveTo>
                  <a:pt x="1" y="11008"/>
                </a:moveTo>
                <a:cubicBezTo>
                  <a:pt x="1" y="1935"/>
                  <a:pt x="2669" y="1"/>
                  <a:pt x="5972" y="1"/>
                </a:cubicBezTo>
                <a:cubicBezTo>
                  <a:pt x="9307" y="1"/>
                  <a:pt x="11976" y="1935"/>
                  <a:pt x="11976" y="11008"/>
                </a:cubicBezTo>
              </a:path>
            </a:pathLst>
          </a:custGeom>
          <a:noFill/>
          <a:ln w="417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9" name="Google Shape;299;p19"/>
          <p:cNvSpPr/>
          <p:nvPr/>
        </p:nvSpPr>
        <p:spPr>
          <a:xfrm flipH="1">
            <a:off x="8122945" y="2137015"/>
            <a:ext cx="1120554" cy="1235443"/>
          </a:xfrm>
          <a:custGeom>
            <a:avLst/>
            <a:gdLst/>
            <a:ahLst/>
            <a:cxnLst/>
            <a:rect l="l" t="t" r="r" b="b"/>
            <a:pathLst>
              <a:path w="50103" h="55240" extrusionOk="0">
                <a:moveTo>
                  <a:pt x="3703" y="0"/>
                </a:moveTo>
                <a:cubicBezTo>
                  <a:pt x="4170" y="18380"/>
                  <a:pt x="3036" y="36860"/>
                  <a:pt x="0" y="55240"/>
                </a:cubicBezTo>
                <a:lnTo>
                  <a:pt x="50103" y="55240"/>
                </a:lnTo>
                <a:cubicBezTo>
                  <a:pt x="47101" y="36860"/>
                  <a:pt x="45966" y="18380"/>
                  <a:pt x="4640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0" name="Google Shape;300;p19"/>
          <p:cNvSpPr/>
          <p:nvPr/>
        </p:nvSpPr>
        <p:spPr>
          <a:xfrm flipH="1">
            <a:off x="8398966" y="2514259"/>
            <a:ext cx="626690" cy="373294"/>
          </a:xfrm>
          <a:custGeom>
            <a:avLst/>
            <a:gdLst/>
            <a:ahLst/>
            <a:cxnLst/>
            <a:rect l="l" t="t" r="r" b="b"/>
            <a:pathLst>
              <a:path w="28021" h="16691" extrusionOk="0">
                <a:moveTo>
                  <a:pt x="25478" y="1"/>
                </a:moveTo>
                <a:cubicBezTo>
                  <a:pt x="25425" y="1"/>
                  <a:pt x="25372" y="4"/>
                  <a:pt x="25319" y="12"/>
                </a:cubicBezTo>
                <a:cubicBezTo>
                  <a:pt x="23050" y="379"/>
                  <a:pt x="16279" y="2213"/>
                  <a:pt x="10508" y="11453"/>
                </a:cubicBezTo>
                <a:cubicBezTo>
                  <a:pt x="10508" y="11453"/>
                  <a:pt x="1068" y="13755"/>
                  <a:pt x="534" y="14756"/>
                </a:cubicBezTo>
                <a:cubicBezTo>
                  <a:pt x="1" y="15756"/>
                  <a:pt x="668" y="16490"/>
                  <a:pt x="668" y="16490"/>
                </a:cubicBezTo>
                <a:cubicBezTo>
                  <a:pt x="668" y="16490"/>
                  <a:pt x="7739" y="16683"/>
                  <a:pt x="12750" y="16683"/>
                </a:cubicBezTo>
                <a:cubicBezTo>
                  <a:pt x="15256" y="16683"/>
                  <a:pt x="17246" y="16635"/>
                  <a:pt x="17580" y="16490"/>
                </a:cubicBezTo>
                <a:cubicBezTo>
                  <a:pt x="18580" y="16057"/>
                  <a:pt x="20749" y="9485"/>
                  <a:pt x="23851" y="8318"/>
                </a:cubicBezTo>
                <a:cubicBezTo>
                  <a:pt x="23851" y="8318"/>
                  <a:pt x="25080" y="16691"/>
                  <a:pt x="25450" y="16691"/>
                </a:cubicBezTo>
                <a:cubicBezTo>
                  <a:pt x="25451" y="16691"/>
                  <a:pt x="25451" y="16691"/>
                  <a:pt x="25452" y="16690"/>
                </a:cubicBezTo>
                <a:cubicBezTo>
                  <a:pt x="25563" y="16679"/>
                  <a:pt x="25745" y="16676"/>
                  <a:pt x="25938" y="16676"/>
                </a:cubicBezTo>
                <a:cubicBezTo>
                  <a:pt x="26323" y="16676"/>
                  <a:pt x="26753" y="16690"/>
                  <a:pt x="26753" y="16690"/>
                </a:cubicBezTo>
                <a:cubicBezTo>
                  <a:pt x="26753" y="16690"/>
                  <a:pt x="26186" y="11320"/>
                  <a:pt x="27153" y="8985"/>
                </a:cubicBezTo>
                <a:cubicBezTo>
                  <a:pt x="28021" y="6850"/>
                  <a:pt x="27987" y="3481"/>
                  <a:pt x="26453" y="579"/>
                </a:cubicBezTo>
                <a:cubicBezTo>
                  <a:pt x="26275" y="224"/>
                  <a:pt x="25889" y="1"/>
                  <a:pt x="2547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1" name="Google Shape;301;p19"/>
          <p:cNvSpPr/>
          <p:nvPr/>
        </p:nvSpPr>
        <p:spPr>
          <a:xfrm flipH="1">
            <a:off x="8486649" y="2547852"/>
            <a:ext cx="258360" cy="211483"/>
          </a:xfrm>
          <a:custGeom>
            <a:avLst/>
            <a:gdLst/>
            <a:ahLst/>
            <a:cxnLst/>
            <a:rect l="l" t="t" r="r" b="b"/>
            <a:pathLst>
              <a:path w="11552" h="9456" extrusionOk="0">
                <a:moveTo>
                  <a:pt x="11298" y="0"/>
                </a:moveTo>
                <a:cubicBezTo>
                  <a:pt x="11279" y="0"/>
                  <a:pt x="11258" y="4"/>
                  <a:pt x="11236" y="11"/>
                </a:cubicBezTo>
                <a:cubicBezTo>
                  <a:pt x="4031" y="2046"/>
                  <a:pt x="762" y="7817"/>
                  <a:pt x="62" y="9184"/>
                </a:cubicBezTo>
                <a:cubicBezTo>
                  <a:pt x="1" y="9306"/>
                  <a:pt x="106" y="9455"/>
                  <a:pt x="227" y="9455"/>
                </a:cubicBezTo>
                <a:cubicBezTo>
                  <a:pt x="238" y="9455"/>
                  <a:pt x="250" y="9454"/>
                  <a:pt x="262" y="9451"/>
                </a:cubicBezTo>
                <a:cubicBezTo>
                  <a:pt x="1062" y="9318"/>
                  <a:pt x="3164" y="8817"/>
                  <a:pt x="4665" y="6682"/>
                </a:cubicBezTo>
                <a:cubicBezTo>
                  <a:pt x="6133" y="4581"/>
                  <a:pt x="9869" y="1579"/>
                  <a:pt x="11403" y="345"/>
                </a:cubicBezTo>
                <a:cubicBezTo>
                  <a:pt x="11552" y="226"/>
                  <a:pt x="11462" y="0"/>
                  <a:pt x="1129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2" name="Google Shape;302;p19"/>
          <p:cNvSpPr/>
          <p:nvPr/>
        </p:nvSpPr>
        <p:spPr>
          <a:xfrm flipH="1">
            <a:off x="8122923" y="2137015"/>
            <a:ext cx="515536" cy="1235443"/>
          </a:xfrm>
          <a:custGeom>
            <a:avLst/>
            <a:gdLst/>
            <a:ahLst/>
            <a:cxnLst/>
            <a:rect l="l" t="t" r="r" b="b"/>
            <a:pathLst>
              <a:path w="23051" h="55240" extrusionOk="0">
                <a:moveTo>
                  <a:pt x="4971" y="0"/>
                </a:moveTo>
                <a:cubicBezTo>
                  <a:pt x="11176" y="19080"/>
                  <a:pt x="4871" y="37294"/>
                  <a:pt x="1" y="55240"/>
                </a:cubicBezTo>
                <a:lnTo>
                  <a:pt x="23051" y="55240"/>
                </a:lnTo>
                <a:cubicBezTo>
                  <a:pt x="20049" y="36860"/>
                  <a:pt x="18914" y="18380"/>
                  <a:pt x="19348" y="0"/>
                </a:cubicBezTo>
                <a:close/>
              </a:path>
            </a:pathLst>
          </a:custGeom>
          <a:solidFill>
            <a:srgbClr val="8956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3" name="Google Shape;303;p19"/>
          <p:cNvSpPr/>
          <p:nvPr/>
        </p:nvSpPr>
        <p:spPr>
          <a:xfrm flipH="1">
            <a:off x="8530256" y="2201920"/>
            <a:ext cx="76108" cy="76108"/>
          </a:xfrm>
          <a:custGeom>
            <a:avLst/>
            <a:gdLst/>
            <a:ahLst/>
            <a:cxnLst/>
            <a:rect l="l" t="t" r="r" b="b"/>
            <a:pathLst>
              <a:path w="3403" h="3403" extrusionOk="0">
                <a:moveTo>
                  <a:pt x="1701" y="0"/>
                </a:moveTo>
                <a:cubicBezTo>
                  <a:pt x="767" y="0"/>
                  <a:pt x="0" y="767"/>
                  <a:pt x="0" y="1701"/>
                </a:cubicBezTo>
                <a:cubicBezTo>
                  <a:pt x="0" y="2635"/>
                  <a:pt x="767" y="3403"/>
                  <a:pt x="1701" y="3403"/>
                </a:cubicBezTo>
                <a:cubicBezTo>
                  <a:pt x="2635" y="3403"/>
                  <a:pt x="3403" y="2635"/>
                  <a:pt x="3403" y="1701"/>
                </a:cubicBezTo>
                <a:cubicBezTo>
                  <a:pt x="3403" y="767"/>
                  <a:pt x="2635" y="0"/>
                  <a:pt x="1701" y="0"/>
                </a:cubicBezTo>
                <a:close/>
              </a:path>
            </a:pathLst>
          </a:custGeom>
          <a:solidFill>
            <a:srgbClr val="8956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4" name="Google Shape;304;p19"/>
          <p:cNvSpPr/>
          <p:nvPr/>
        </p:nvSpPr>
        <p:spPr>
          <a:xfrm flipH="1">
            <a:off x="8798087" y="2201920"/>
            <a:ext cx="76108" cy="76108"/>
          </a:xfrm>
          <a:custGeom>
            <a:avLst/>
            <a:gdLst/>
            <a:ahLst/>
            <a:cxnLst/>
            <a:rect l="l" t="t" r="r" b="b"/>
            <a:pathLst>
              <a:path w="3403" h="3403" extrusionOk="0">
                <a:moveTo>
                  <a:pt x="1701" y="0"/>
                </a:moveTo>
                <a:cubicBezTo>
                  <a:pt x="767" y="0"/>
                  <a:pt x="0" y="767"/>
                  <a:pt x="0" y="1701"/>
                </a:cubicBezTo>
                <a:cubicBezTo>
                  <a:pt x="0" y="2635"/>
                  <a:pt x="767" y="3403"/>
                  <a:pt x="1701" y="3403"/>
                </a:cubicBezTo>
                <a:cubicBezTo>
                  <a:pt x="2635" y="3403"/>
                  <a:pt x="3402" y="2635"/>
                  <a:pt x="3402" y="1701"/>
                </a:cubicBezTo>
                <a:cubicBezTo>
                  <a:pt x="3402" y="767"/>
                  <a:pt x="2635" y="0"/>
                  <a:pt x="1701" y="0"/>
                </a:cubicBezTo>
                <a:close/>
              </a:path>
            </a:pathLst>
          </a:custGeom>
          <a:solidFill>
            <a:srgbClr val="89569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5" name="Google Shape;305;p19"/>
          <p:cNvSpPr/>
          <p:nvPr/>
        </p:nvSpPr>
        <p:spPr>
          <a:xfrm flipH="1">
            <a:off x="8568307" y="1993762"/>
            <a:ext cx="267843" cy="246216"/>
          </a:xfrm>
          <a:custGeom>
            <a:avLst/>
            <a:gdLst/>
            <a:ahLst/>
            <a:cxnLst/>
            <a:rect l="l" t="t" r="r" b="b"/>
            <a:pathLst>
              <a:path w="11976" h="11009" fill="none" extrusionOk="0">
                <a:moveTo>
                  <a:pt x="11975" y="11008"/>
                </a:moveTo>
                <a:cubicBezTo>
                  <a:pt x="11975" y="1935"/>
                  <a:pt x="9307" y="1"/>
                  <a:pt x="6005" y="1"/>
                </a:cubicBezTo>
                <a:cubicBezTo>
                  <a:pt x="2702" y="1"/>
                  <a:pt x="0" y="1935"/>
                  <a:pt x="0" y="11008"/>
                </a:cubicBezTo>
              </a:path>
            </a:pathLst>
          </a:custGeom>
          <a:noFill/>
          <a:ln w="417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6" name="Google Shape;306;p19"/>
          <p:cNvSpPr/>
          <p:nvPr/>
        </p:nvSpPr>
        <p:spPr>
          <a:xfrm flipH="1">
            <a:off x="7043403" y="1970636"/>
            <a:ext cx="1422705" cy="1568189"/>
          </a:xfrm>
          <a:custGeom>
            <a:avLst/>
            <a:gdLst/>
            <a:ahLst/>
            <a:cxnLst/>
            <a:rect l="l" t="t" r="r" b="b"/>
            <a:pathLst>
              <a:path w="63613" h="70118" extrusionOk="0">
                <a:moveTo>
                  <a:pt x="4737" y="0"/>
                </a:moveTo>
                <a:cubicBezTo>
                  <a:pt x="5304" y="23317"/>
                  <a:pt x="3836" y="46801"/>
                  <a:pt x="0" y="70117"/>
                </a:cubicBezTo>
                <a:lnTo>
                  <a:pt x="63612" y="70117"/>
                </a:lnTo>
                <a:cubicBezTo>
                  <a:pt x="59810" y="46801"/>
                  <a:pt x="58342" y="23317"/>
                  <a:pt x="58909"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7" name="Google Shape;307;p19"/>
          <p:cNvSpPr/>
          <p:nvPr/>
        </p:nvSpPr>
        <p:spPr>
          <a:xfrm flipH="1">
            <a:off x="7875969" y="2035541"/>
            <a:ext cx="126094" cy="126094"/>
          </a:xfrm>
          <a:custGeom>
            <a:avLst/>
            <a:gdLst/>
            <a:ahLst/>
            <a:cxnLst/>
            <a:rect l="l" t="t" r="r" b="b"/>
            <a:pathLst>
              <a:path w="5638" h="5638" extrusionOk="0">
                <a:moveTo>
                  <a:pt x="2803" y="1"/>
                </a:moveTo>
                <a:cubicBezTo>
                  <a:pt x="1268" y="1"/>
                  <a:pt x="1" y="1268"/>
                  <a:pt x="1" y="2803"/>
                </a:cubicBezTo>
                <a:cubicBezTo>
                  <a:pt x="1" y="4370"/>
                  <a:pt x="1268" y="5638"/>
                  <a:pt x="2803" y="5638"/>
                </a:cubicBezTo>
                <a:cubicBezTo>
                  <a:pt x="4370" y="5638"/>
                  <a:pt x="5638" y="4370"/>
                  <a:pt x="5638" y="2803"/>
                </a:cubicBezTo>
                <a:cubicBezTo>
                  <a:pt x="5638" y="1268"/>
                  <a:pt x="4370" y="1"/>
                  <a:pt x="2803" y="1"/>
                </a:cubicBezTo>
                <a:close/>
              </a:path>
            </a:pathLst>
          </a:custGeom>
          <a:solidFill>
            <a:srgbClr val="90962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8" name="Google Shape;308;p19"/>
          <p:cNvSpPr/>
          <p:nvPr/>
        </p:nvSpPr>
        <p:spPr>
          <a:xfrm flipH="1">
            <a:off x="7505904" y="2034803"/>
            <a:ext cx="127615" cy="127592"/>
          </a:xfrm>
          <a:custGeom>
            <a:avLst/>
            <a:gdLst/>
            <a:ahLst/>
            <a:cxnLst/>
            <a:rect l="l" t="t" r="r" b="b"/>
            <a:pathLst>
              <a:path w="5706" h="5705" extrusionOk="0">
                <a:moveTo>
                  <a:pt x="2870" y="0"/>
                </a:moveTo>
                <a:cubicBezTo>
                  <a:pt x="1269" y="0"/>
                  <a:pt x="1" y="1268"/>
                  <a:pt x="1" y="2836"/>
                </a:cubicBezTo>
                <a:cubicBezTo>
                  <a:pt x="1" y="4437"/>
                  <a:pt x="1269" y="5704"/>
                  <a:pt x="2870" y="5704"/>
                </a:cubicBezTo>
                <a:cubicBezTo>
                  <a:pt x="4437" y="5704"/>
                  <a:pt x="5705" y="4437"/>
                  <a:pt x="5705" y="2836"/>
                </a:cubicBezTo>
                <a:cubicBezTo>
                  <a:pt x="5705" y="1268"/>
                  <a:pt x="4437" y="0"/>
                  <a:pt x="2870" y="0"/>
                </a:cubicBezTo>
                <a:close/>
              </a:path>
            </a:pathLst>
          </a:custGeom>
          <a:solidFill>
            <a:srgbClr val="90962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9" name="Google Shape;309;p19"/>
          <p:cNvSpPr/>
          <p:nvPr/>
        </p:nvSpPr>
        <p:spPr>
          <a:xfrm flipH="1">
            <a:off x="7569342" y="1713250"/>
            <a:ext cx="370051" cy="384969"/>
          </a:xfrm>
          <a:custGeom>
            <a:avLst/>
            <a:gdLst/>
            <a:ahLst/>
            <a:cxnLst/>
            <a:rect l="l" t="t" r="r" b="b"/>
            <a:pathLst>
              <a:path w="16546" h="17213" fill="none" extrusionOk="0">
                <a:moveTo>
                  <a:pt x="1" y="17213"/>
                </a:moveTo>
                <a:cubicBezTo>
                  <a:pt x="1" y="4704"/>
                  <a:pt x="3703" y="0"/>
                  <a:pt x="8273" y="0"/>
                </a:cubicBezTo>
                <a:cubicBezTo>
                  <a:pt x="12843" y="0"/>
                  <a:pt x="16546" y="4704"/>
                  <a:pt x="16546" y="17213"/>
                </a:cubicBezTo>
              </a:path>
            </a:pathLst>
          </a:custGeom>
          <a:noFill/>
          <a:ln w="41700"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0" name="Google Shape;310;p19"/>
          <p:cNvSpPr/>
          <p:nvPr/>
        </p:nvSpPr>
        <p:spPr>
          <a:xfrm flipH="1">
            <a:off x="7446922" y="2323479"/>
            <a:ext cx="645610" cy="267687"/>
          </a:xfrm>
          <a:custGeom>
            <a:avLst/>
            <a:gdLst/>
            <a:ahLst/>
            <a:cxnLst/>
            <a:rect l="l" t="t" r="r" b="b"/>
            <a:pathLst>
              <a:path w="28867" h="11969" extrusionOk="0">
                <a:moveTo>
                  <a:pt x="9526" y="2060"/>
                </a:moveTo>
                <a:cubicBezTo>
                  <a:pt x="11700" y="2060"/>
                  <a:pt x="12681" y="6132"/>
                  <a:pt x="13052" y="8642"/>
                </a:cubicBezTo>
                <a:cubicBezTo>
                  <a:pt x="10917" y="7208"/>
                  <a:pt x="6047" y="3772"/>
                  <a:pt x="8315" y="2438"/>
                </a:cubicBezTo>
                <a:cubicBezTo>
                  <a:pt x="8755" y="2177"/>
                  <a:pt x="9157" y="2060"/>
                  <a:pt x="9526" y="2060"/>
                </a:cubicBezTo>
                <a:close/>
                <a:moveTo>
                  <a:pt x="17816" y="1471"/>
                </a:moveTo>
                <a:cubicBezTo>
                  <a:pt x="18061" y="1471"/>
                  <a:pt x="18329" y="1513"/>
                  <a:pt x="18623" y="1604"/>
                </a:cubicBezTo>
                <a:cubicBezTo>
                  <a:pt x="21158" y="2371"/>
                  <a:pt x="17255" y="6874"/>
                  <a:pt x="15520" y="8775"/>
                </a:cubicBezTo>
                <a:cubicBezTo>
                  <a:pt x="15277" y="6096"/>
                  <a:pt x="15256" y="1471"/>
                  <a:pt x="17816" y="1471"/>
                </a:cubicBezTo>
                <a:close/>
                <a:moveTo>
                  <a:pt x="17733" y="0"/>
                </a:moveTo>
                <a:cubicBezTo>
                  <a:pt x="14962" y="0"/>
                  <a:pt x="14106" y="2795"/>
                  <a:pt x="13953" y="5673"/>
                </a:cubicBezTo>
                <a:cubicBezTo>
                  <a:pt x="13236" y="3084"/>
                  <a:pt x="11929" y="540"/>
                  <a:pt x="9635" y="540"/>
                </a:cubicBezTo>
                <a:cubicBezTo>
                  <a:pt x="9151" y="540"/>
                  <a:pt x="8624" y="653"/>
                  <a:pt x="8048" y="903"/>
                </a:cubicBezTo>
                <a:cubicBezTo>
                  <a:pt x="4246" y="2538"/>
                  <a:pt x="6747" y="5606"/>
                  <a:pt x="9516" y="7875"/>
                </a:cubicBezTo>
                <a:cubicBezTo>
                  <a:pt x="9110" y="7837"/>
                  <a:pt x="8699" y="7819"/>
                  <a:pt x="8289" y="7819"/>
                </a:cubicBezTo>
                <a:cubicBezTo>
                  <a:pt x="5396" y="7819"/>
                  <a:pt x="2471" y="8749"/>
                  <a:pt x="543" y="10677"/>
                </a:cubicBezTo>
                <a:cubicBezTo>
                  <a:pt x="1" y="11193"/>
                  <a:pt x="518" y="11969"/>
                  <a:pt x="1088" y="11969"/>
                </a:cubicBezTo>
                <a:cubicBezTo>
                  <a:pt x="1255" y="11969"/>
                  <a:pt x="1426" y="11903"/>
                  <a:pt x="1577" y="11744"/>
                </a:cubicBezTo>
                <a:cubicBezTo>
                  <a:pt x="3229" y="10112"/>
                  <a:pt x="5796" y="9299"/>
                  <a:pt x="8307" y="9299"/>
                </a:cubicBezTo>
                <a:cubicBezTo>
                  <a:pt x="10003" y="9299"/>
                  <a:pt x="11674" y="9670"/>
                  <a:pt x="13019" y="10410"/>
                </a:cubicBezTo>
                <a:cubicBezTo>
                  <a:pt x="13185" y="10510"/>
                  <a:pt x="13352" y="10510"/>
                  <a:pt x="13486" y="10510"/>
                </a:cubicBezTo>
                <a:cubicBezTo>
                  <a:pt x="13643" y="10641"/>
                  <a:pt x="13883" y="10731"/>
                  <a:pt x="14092" y="10731"/>
                </a:cubicBezTo>
                <a:cubicBezTo>
                  <a:pt x="14148" y="10731"/>
                  <a:pt x="14203" y="10724"/>
                  <a:pt x="14253" y="10710"/>
                </a:cubicBezTo>
                <a:cubicBezTo>
                  <a:pt x="14362" y="10959"/>
                  <a:pt x="14580" y="11070"/>
                  <a:pt x="14812" y="11070"/>
                </a:cubicBezTo>
                <a:cubicBezTo>
                  <a:pt x="15077" y="11070"/>
                  <a:pt x="15360" y="10926"/>
                  <a:pt x="15520" y="10677"/>
                </a:cubicBezTo>
                <a:cubicBezTo>
                  <a:pt x="15687" y="10677"/>
                  <a:pt x="15821" y="10610"/>
                  <a:pt x="15987" y="10477"/>
                </a:cubicBezTo>
                <a:cubicBezTo>
                  <a:pt x="17731" y="8879"/>
                  <a:pt x="20429" y="7939"/>
                  <a:pt x="23023" y="7939"/>
                </a:cubicBezTo>
                <a:cubicBezTo>
                  <a:pt x="24598" y="7939"/>
                  <a:pt x="26135" y="8286"/>
                  <a:pt x="27396" y="9042"/>
                </a:cubicBezTo>
                <a:cubicBezTo>
                  <a:pt x="27526" y="9121"/>
                  <a:pt x="27655" y="9155"/>
                  <a:pt x="27777" y="9155"/>
                </a:cubicBezTo>
                <a:cubicBezTo>
                  <a:pt x="28431" y="9155"/>
                  <a:pt x="28866" y="8163"/>
                  <a:pt x="28163" y="7741"/>
                </a:cubicBezTo>
                <a:cubicBezTo>
                  <a:pt x="26677" y="6850"/>
                  <a:pt x="24891" y="6444"/>
                  <a:pt x="23064" y="6444"/>
                </a:cubicBezTo>
                <a:cubicBezTo>
                  <a:pt x="21611" y="6444"/>
                  <a:pt x="20131" y="6701"/>
                  <a:pt x="18756" y="7174"/>
                </a:cubicBezTo>
                <a:cubicBezTo>
                  <a:pt x="20891" y="4306"/>
                  <a:pt x="22625" y="736"/>
                  <a:pt x="18523" y="69"/>
                </a:cubicBezTo>
                <a:cubicBezTo>
                  <a:pt x="18244" y="23"/>
                  <a:pt x="17981" y="0"/>
                  <a:pt x="1773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1" name="Google Shape;311;p19"/>
          <p:cNvSpPr/>
          <p:nvPr/>
        </p:nvSpPr>
        <p:spPr>
          <a:xfrm flipH="1">
            <a:off x="7485030" y="2571940"/>
            <a:ext cx="556575" cy="285780"/>
          </a:xfrm>
          <a:custGeom>
            <a:avLst/>
            <a:gdLst/>
            <a:ahLst/>
            <a:cxnLst/>
            <a:rect l="l" t="t" r="r" b="b"/>
            <a:pathLst>
              <a:path w="24886" h="12778" extrusionOk="0">
                <a:moveTo>
                  <a:pt x="22243" y="1"/>
                </a:moveTo>
                <a:cubicBezTo>
                  <a:pt x="22223" y="1"/>
                  <a:pt x="22203" y="1"/>
                  <a:pt x="22183" y="1"/>
                </a:cubicBezTo>
                <a:lnTo>
                  <a:pt x="2669" y="68"/>
                </a:lnTo>
                <a:cubicBezTo>
                  <a:pt x="1201" y="68"/>
                  <a:pt x="1" y="1269"/>
                  <a:pt x="1" y="2737"/>
                </a:cubicBezTo>
                <a:lnTo>
                  <a:pt x="34" y="10409"/>
                </a:lnTo>
                <a:lnTo>
                  <a:pt x="34" y="12777"/>
                </a:lnTo>
                <a:cubicBezTo>
                  <a:pt x="3784" y="11559"/>
                  <a:pt x="7707" y="11076"/>
                  <a:pt x="11678" y="11076"/>
                </a:cubicBezTo>
                <a:cubicBezTo>
                  <a:pt x="16078" y="11076"/>
                  <a:pt x="20537" y="11669"/>
                  <a:pt x="24885" y="12510"/>
                </a:cubicBezTo>
                <a:lnTo>
                  <a:pt x="24885" y="10042"/>
                </a:lnTo>
                <a:lnTo>
                  <a:pt x="24852" y="2637"/>
                </a:lnTo>
                <a:cubicBezTo>
                  <a:pt x="24852" y="1189"/>
                  <a:pt x="23683" y="1"/>
                  <a:pt x="22243"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2" name="Google Shape;312;p19"/>
          <p:cNvSpPr/>
          <p:nvPr/>
        </p:nvSpPr>
        <p:spPr>
          <a:xfrm flipH="1">
            <a:off x="7484292" y="2819552"/>
            <a:ext cx="556575" cy="308972"/>
          </a:xfrm>
          <a:custGeom>
            <a:avLst/>
            <a:gdLst/>
            <a:ahLst/>
            <a:cxnLst/>
            <a:rect l="l" t="t" r="r" b="b"/>
            <a:pathLst>
              <a:path w="24886" h="13815" extrusionOk="0">
                <a:moveTo>
                  <a:pt x="11591" y="0"/>
                </a:moveTo>
                <a:cubicBezTo>
                  <a:pt x="7638" y="0"/>
                  <a:pt x="3734" y="476"/>
                  <a:pt x="1" y="1673"/>
                </a:cubicBezTo>
                <a:lnTo>
                  <a:pt x="34" y="11180"/>
                </a:lnTo>
                <a:cubicBezTo>
                  <a:pt x="34" y="12647"/>
                  <a:pt x="1235" y="13815"/>
                  <a:pt x="2703" y="13815"/>
                </a:cubicBezTo>
                <a:lnTo>
                  <a:pt x="22217" y="13748"/>
                </a:lnTo>
                <a:cubicBezTo>
                  <a:pt x="23718" y="13748"/>
                  <a:pt x="24885" y="12547"/>
                  <a:pt x="24885" y="11080"/>
                </a:cubicBezTo>
                <a:lnTo>
                  <a:pt x="24852" y="1439"/>
                </a:lnTo>
                <a:cubicBezTo>
                  <a:pt x="20486" y="594"/>
                  <a:pt x="16008" y="0"/>
                  <a:pt x="11591"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3" name="Google Shape;313;p19"/>
          <p:cNvSpPr/>
          <p:nvPr/>
        </p:nvSpPr>
        <p:spPr>
          <a:xfrm flipH="1">
            <a:off x="7432071" y="2543603"/>
            <a:ext cx="662496" cy="189521"/>
          </a:xfrm>
          <a:custGeom>
            <a:avLst/>
            <a:gdLst/>
            <a:ahLst/>
            <a:cxnLst/>
            <a:rect l="l" t="t" r="r" b="b"/>
            <a:pathLst>
              <a:path w="29622" h="8474" extrusionOk="0">
                <a:moveTo>
                  <a:pt x="26919" y="1"/>
                </a:moveTo>
                <a:lnTo>
                  <a:pt x="2635" y="68"/>
                </a:lnTo>
                <a:cubicBezTo>
                  <a:pt x="1168" y="68"/>
                  <a:pt x="0" y="1268"/>
                  <a:pt x="0" y="2769"/>
                </a:cubicBezTo>
                <a:lnTo>
                  <a:pt x="0" y="5805"/>
                </a:lnTo>
                <a:cubicBezTo>
                  <a:pt x="0" y="7273"/>
                  <a:pt x="1201" y="8474"/>
                  <a:pt x="2669" y="8474"/>
                </a:cubicBezTo>
                <a:lnTo>
                  <a:pt x="26953" y="8373"/>
                </a:lnTo>
                <a:cubicBezTo>
                  <a:pt x="28421" y="8373"/>
                  <a:pt x="29621" y="7173"/>
                  <a:pt x="29588" y="5705"/>
                </a:cubicBezTo>
                <a:lnTo>
                  <a:pt x="29588" y="2669"/>
                </a:lnTo>
                <a:cubicBezTo>
                  <a:pt x="29588" y="1202"/>
                  <a:pt x="28387" y="1"/>
                  <a:pt x="2691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endParaRPr sz="1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20"/>
          <p:cNvSpPr txBox="1">
            <a:spLocks noGrp="1"/>
          </p:cNvSpPr>
          <p:nvPr>
            <p:ph type="title"/>
          </p:nvPr>
        </p:nvSpPr>
        <p:spPr>
          <a:xfrm>
            <a:off x="418616" y="244456"/>
            <a:ext cx="8306768" cy="32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Joy Tanlash va O'rnatish Jarayoni</a:t>
            </a:r>
            <a:endParaRPr lang="en-GB" sz="1200"/>
          </a:p>
        </p:txBody>
      </p:sp>
      <p:sp>
        <p:nvSpPr>
          <p:cNvPr id="319" name="Google Shape;319;p20"/>
          <p:cNvSpPr/>
          <p:nvPr/>
        </p:nvSpPr>
        <p:spPr>
          <a:xfrm>
            <a:off x="3427058" y="1132440"/>
            <a:ext cx="2220529" cy="1267066"/>
          </a:xfrm>
          <a:custGeom>
            <a:avLst/>
            <a:gdLst/>
            <a:ahLst/>
            <a:cxnLst/>
            <a:rect l="l" t="t" r="r" b="b"/>
            <a:pathLst>
              <a:path w="32281" h="18420" extrusionOk="0">
                <a:moveTo>
                  <a:pt x="1" y="0"/>
                </a:moveTo>
                <a:lnTo>
                  <a:pt x="7934" y="9210"/>
                </a:lnTo>
                <a:lnTo>
                  <a:pt x="1" y="18420"/>
                </a:lnTo>
                <a:lnTo>
                  <a:pt x="24348" y="18420"/>
                </a:lnTo>
                <a:lnTo>
                  <a:pt x="32281" y="9210"/>
                </a:lnTo>
                <a:lnTo>
                  <a:pt x="2434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0" name="Google Shape;320;p20"/>
          <p:cNvSpPr/>
          <p:nvPr/>
        </p:nvSpPr>
        <p:spPr>
          <a:xfrm>
            <a:off x="4442009" y="2409071"/>
            <a:ext cx="69" cy="499810"/>
          </a:xfrm>
          <a:custGeom>
            <a:avLst/>
            <a:gdLst/>
            <a:ahLst/>
            <a:cxnLst/>
            <a:rect l="l" t="t" r="r" b="b"/>
            <a:pathLst>
              <a:path w="1" h="7266" fill="none" extrusionOk="0">
                <a:moveTo>
                  <a:pt x="1" y="1"/>
                </a:moveTo>
                <a:lnTo>
                  <a:pt x="1" y="7265"/>
                </a:lnTo>
              </a:path>
            </a:pathLst>
          </a:custGeom>
          <a:noFill/>
          <a:ln w="28575" cap="flat" cmpd="sng">
            <a:solidFill>
              <a:schemeClr val="accent3"/>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1" name="Google Shape;321;p20"/>
          <p:cNvSpPr txBox="1"/>
          <p:nvPr/>
        </p:nvSpPr>
        <p:spPr>
          <a:xfrm>
            <a:off x="3078337" y="2918446"/>
            <a:ext cx="2727483" cy="2114481"/>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Universitetda kofe dokoni ochish uchun biznes reja tuzish muhim, bu moliyaviy hisob-kitoblar va harajatlarni aniq belgilash imkonini beradi. </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322" name="Google Shape;322;p20"/>
          <p:cNvSpPr/>
          <p:nvPr/>
        </p:nvSpPr>
        <p:spPr>
          <a:xfrm>
            <a:off x="471914" y="1120301"/>
            <a:ext cx="2222662" cy="1267066"/>
          </a:xfrm>
          <a:custGeom>
            <a:avLst/>
            <a:gdLst/>
            <a:ahLst/>
            <a:cxnLst/>
            <a:rect l="l" t="t" r="r" b="b"/>
            <a:pathLst>
              <a:path w="32312" h="18420" extrusionOk="0">
                <a:moveTo>
                  <a:pt x="1" y="0"/>
                </a:moveTo>
                <a:lnTo>
                  <a:pt x="7964" y="9210"/>
                </a:lnTo>
                <a:lnTo>
                  <a:pt x="1" y="18420"/>
                </a:lnTo>
                <a:lnTo>
                  <a:pt x="24378" y="18420"/>
                </a:lnTo>
                <a:lnTo>
                  <a:pt x="32311" y="9210"/>
                </a:lnTo>
                <a:lnTo>
                  <a:pt x="24378"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3" name="Google Shape;323;p20"/>
          <p:cNvSpPr/>
          <p:nvPr/>
        </p:nvSpPr>
        <p:spPr>
          <a:xfrm>
            <a:off x="1610674" y="2352278"/>
            <a:ext cx="69" cy="499810"/>
          </a:xfrm>
          <a:custGeom>
            <a:avLst/>
            <a:gdLst/>
            <a:ahLst/>
            <a:cxnLst/>
            <a:rect l="l" t="t" r="r" b="b"/>
            <a:pathLst>
              <a:path w="1" h="7266" fill="none" extrusionOk="0">
                <a:moveTo>
                  <a:pt x="1" y="1"/>
                </a:moveTo>
                <a:lnTo>
                  <a:pt x="1" y="7265"/>
                </a:lnTo>
              </a:path>
            </a:pathLst>
          </a:custGeom>
          <a:noFill/>
          <a:ln w="28575" cap="flat" cmpd="sng">
            <a:solidFill>
              <a:schemeClr val="accent2"/>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4" name="Google Shape;324;p20"/>
          <p:cNvSpPr txBox="1"/>
          <p:nvPr/>
        </p:nvSpPr>
        <p:spPr>
          <a:xfrm>
            <a:off x="297455" y="2887176"/>
            <a:ext cx="2626439" cy="2114481"/>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rgbClr val="000000"/>
                </a:solidFill>
                <a:latin typeface="Roboto" panose="02000000000000000000"/>
                <a:ea typeface="Roboto" panose="02000000000000000000"/>
                <a:cs typeface="Roboto" panose="02000000000000000000"/>
                <a:sym typeface="Roboto" panose="02000000000000000000"/>
              </a:rPr>
              <a:t>Talaba Kuziboyev Ulugbek joy tanlash va joyni o'rnatish jarayonini yaxshi tushunib, eng yaxshi variantlarni tanlashi kerak. </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sp>
        <p:nvSpPr>
          <p:cNvPr id="325" name="Google Shape;325;p20"/>
          <p:cNvSpPr/>
          <p:nvPr/>
        </p:nvSpPr>
        <p:spPr>
          <a:xfrm>
            <a:off x="6363682" y="1142829"/>
            <a:ext cx="2222593" cy="1267066"/>
          </a:xfrm>
          <a:custGeom>
            <a:avLst/>
            <a:gdLst/>
            <a:ahLst/>
            <a:cxnLst/>
            <a:rect l="l" t="t" r="r" b="b"/>
            <a:pathLst>
              <a:path w="32311" h="18420" extrusionOk="0">
                <a:moveTo>
                  <a:pt x="0" y="0"/>
                </a:moveTo>
                <a:lnTo>
                  <a:pt x="7933" y="9210"/>
                </a:lnTo>
                <a:lnTo>
                  <a:pt x="0" y="18420"/>
                </a:lnTo>
                <a:lnTo>
                  <a:pt x="24347" y="18420"/>
                </a:lnTo>
                <a:lnTo>
                  <a:pt x="32311" y="9210"/>
                </a:lnTo>
                <a:lnTo>
                  <a:pt x="24347"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6" name="Google Shape;326;p20"/>
          <p:cNvSpPr/>
          <p:nvPr/>
        </p:nvSpPr>
        <p:spPr>
          <a:xfrm>
            <a:off x="7474909" y="2352278"/>
            <a:ext cx="69" cy="499810"/>
          </a:xfrm>
          <a:custGeom>
            <a:avLst/>
            <a:gdLst/>
            <a:ahLst/>
            <a:cxnLst/>
            <a:rect l="l" t="t" r="r" b="b"/>
            <a:pathLst>
              <a:path w="1" h="7266" fill="none" extrusionOk="0">
                <a:moveTo>
                  <a:pt x="0" y="1"/>
                </a:moveTo>
                <a:lnTo>
                  <a:pt x="0" y="7265"/>
                </a:lnTo>
              </a:path>
            </a:pathLst>
          </a:custGeom>
          <a:noFill/>
          <a:ln w="28575" cap="flat" cmpd="sng">
            <a:solidFill>
              <a:schemeClr val="accent4"/>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27" name="Google Shape;327;p20"/>
          <p:cNvSpPr txBox="1"/>
          <p:nvPr/>
        </p:nvSpPr>
        <p:spPr>
          <a:xfrm>
            <a:off x="5960194" y="2918446"/>
            <a:ext cx="3029570" cy="1995077"/>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Reja ishlab chiqishda xarajatlar, maqsadli auditoriya va vaqt jadvali hisobga olinib, muvaffaqiyatli biznesni yaratish uchun asosiy muhim qadamlar bo'ladi. </a:t>
            </a:r>
            <a:endParaRPr sz="1100" b="0" i="0" u="none" strike="noStrike" cap="none">
              <a:solidFill>
                <a:srgbClr val="000000"/>
              </a:solidFill>
              <a:latin typeface="Roboto" panose="02000000000000000000"/>
              <a:ea typeface="Roboto" panose="02000000000000000000"/>
              <a:cs typeface="Roboto" panose="02000000000000000000"/>
              <a:sym typeface="Roboto" panose="02000000000000000000"/>
            </a:endParaRPr>
          </a:p>
        </p:txBody>
      </p:sp>
      <p:grpSp>
        <p:nvGrpSpPr>
          <p:cNvPr id="328" name="Google Shape;328;p20"/>
          <p:cNvGrpSpPr/>
          <p:nvPr/>
        </p:nvGrpSpPr>
        <p:grpSpPr>
          <a:xfrm>
            <a:off x="1256740" y="1427580"/>
            <a:ext cx="653009" cy="652507"/>
            <a:chOff x="1576836" y="5097154"/>
            <a:chExt cx="653009" cy="652507"/>
          </a:xfrm>
        </p:grpSpPr>
        <p:sp>
          <p:nvSpPr>
            <p:cNvPr id="329" name="Google Shape;329;p20"/>
            <p:cNvSpPr/>
            <p:nvPr/>
          </p:nvSpPr>
          <p:spPr>
            <a:xfrm>
              <a:off x="1777072" y="5170870"/>
              <a:ext cx="199743" cy="199743"/>
            </a:xfrm>
            <a:custGeom>
              <a:avLst/>
              <a:gdLst/>
              <a:ahLst/>
              <a:cxnLst/>
              <a:rect l="l" t="t" r="r" b="b"/>
              <a:pathLst>
                <a:path w="23105" h="23105" extrusionOk="0">
                  <a:moveTo>
                    <a:pt x="11523" y="0"/>
                  </a:moveTo>
                  <a:cubicBezTo>
                    <a:pt x="5185" y="0"/>
                    <a:pt x="0" y="5128"/>
                    <a:pt x="0" y="11524"/>
                  </a:cubicBezTo>
                  <a:cubicBezTo>
                    <a:pt x="0" y="17919"/>
                    <a:pt x="5185" y="23104"/>
                    <a:pt x="11523" y="23104"/>
                  </a:cubicBezTo>
                  <a:cubicBezTo>
                    <a:pt x="17919" y="23104"/>
                    <a:pt x="23104" y="17919"/>
                    <a:pt x="23104" y="11524"/>
                  </a:cubicBezTo>
                  <a:cubicBezTo>
                    <a:pt x="23104" y="5128"/>
                    <a:pt x="17919" y="0"/>
                    <a:pt x="11523" y="0"/>
                  </a:cubicBezTo>
                  <a:close/>
                </a:path>
              </a:pathLst>
            </a:custGeom>
            <a:solidFill>
              <a:srgbClr val="78E8E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0" name="Google Shape;330;p20"/>
            <p:cNvSpPr/>
            <p:nvPr/>
          </p:nvSpPr>
          <p:spPr>
            <a:xfrm>
              <a:off x="1576836" y="5097154"/>
              <a:ext cx="653009" cy="652507"/>
            </a:xfrm>
            <a:custGeom>
              <a:avLst/>
              <a:gdLst/>
              <a:ahLst/>
              <a:cxnLst/>
              <a:rect l="l" t="t" r="r" b="b"/>
              <a:pathLst>
                <a:path w="75536" h="75478" extrusionOk="0">
                  <a:moveTo>
                    <a:pt x="10947" y="2420"/>
                  </a:moveTo>
                  <a:lnTo>
                    <a:pt x="10947" y="21261"/>
                  </a:lnTo>
                  <a:lnTo>
                    <a:pt x="10947" y="40159"/>
                  </a:lnTo>
                  <a:lnTo>
                    <a:pt x="3688" y="40159"/>
                  </a:lnTo>
                  <a:cubicBezTo>
                    <a:pt x="2996" y="40159"/>
                    <a:pt x="2420" y="39640"/>
                    <a:pt x="2420" y="38949"/>
                  </a:cubicBezTo>
                  <a:lnTo>
                    <a:pt x="2420" y="21261"/>
                  </a:lnTo>
                  <a:lnTo>
                    <a:pt x="2420" y="3630"/>
                  </a:lnTo>
                  <a:cubicBezTo>
                    <a:pt x="2420" y="2939"/>
                    <a:pt x="2996" y="2420"/>
                    <a:pt x="3630" y="2420"/>
                  </a:cubicBezTo>
                  <a:close/>
                  <a:moveTo>
                    <a:pt x="63320" y="2420"/>
                  </a:moveTo>
                  <a:lnTo>
                    <a:pt x="63320" y="34973"/>
                  </a:lnTo>
                  <a:cubicBezTo>
                    <a:pt x="62456" y="34397"/>
                    <a:pt x="61419" y="34051"/>
                    <a:pt x="60267" y="34051"/>
                  </a:cubicBezTo>
                  <a:cubicBezTo>
                    <a:pt x="58999" y="34051"/>
                    <a:pt x="57847" y="34512"/>
                    <a:pt x="56925" y="35261"/>
                  </a:cubicBezTo>
                  <a:cubicBezTo>
                    <a:pt x="56118" y="33129"/>
                    <a:pt x="54160" y="31631"/>
                    <a:pt x="51740" y="31631"/>
                  </a:cubicBezTo>
                  <a:cubicBezTo>
                    <a:pt x="50299" y="31631"/>
                    <a:pt x="48974" y="32208"/>
                    <a:pt x="47937" y="33187"/>
                  </a:cubicBezTo>
                  <a:cubicBezTo>
                    <a:pt x="47015" y="31516"/>
                    <a:pt x="45287" y="30421"/>
                    <a:pt x="43212" y="30421"/>
                  </a:cubicBezTo>
                  <a:cubicBezTo>
                    <a:pt x="42118" y="30421"/>
                    <a:pt x="41081" y="30767"/>
                    <a:pt x="40159" y="31343"/>
                  </a:cubicBezTo>
                  <a:lnTo>
                    <a:pt x="40159" y="21261"/>
                  </a:lnTo>
                  <a:cubicBezTo>
                    <a:pt x="40159" y="18264"/>
                    <a:pt x="37739" y="15787"/>
                    <a:pt x="34685" y="15787"/>
                  </a:cubicBezTo>
                  <a:cubicBezTo>
                    <a:pt x="31689" y="15787"/>
                    <a:pt x="29212" y="18264"/>
                    <a:pt x="29212" y="21261"/>
                  </a:cubicBezTo>
                  <a:lnTo>
                    <a:pt x="29212" y="40159"/>
                  </a:lnTo>
                  <a:lnTo>
                    <a:pt x="13425" y="40159"/>
                  </a:lnTo>
                  <a:lnTo>
                    <a:pt x="13425" y="2420"/>
                  </a:lnTo>
                  <a:close/>
                  <a:moveTo>
                    <a:pt x="71848" y="2420"/>
                  </a:moveTo>
                  <a:cubicBezTo>
                    <a:pt x="72539" y="2420"/>
                    <a:pt x="73058" y="2939"/>
                    <a:pt x="73058" y="3630"/>
                  </a:cubicBezTo>
                  <a:lnTo>
                    <a:pt x="73058" y="38949"/>
                  </a:lnTo>
                  <a:cubicBezTo>
                    <a:pt x="73058" y="39640"/>
                    <a:pt x="72539" y="40159"/>
                    <a:pt x="71848" y="40159"/>
                  </a:cubicBezTo>
                  <a:lnTo>
                    <a:pt x="65740" y="40159"/>
                  </a:lnTo>
                  <a:lnTo>
                    <a:pt x="65740" y="39525"/>
                  </a:lnTo>
                  <a:lnTo>
                    <a:pt x="65740" y="2420"/>
                  </a:lnTo>
                  <a:close/>
                  <a:moveTo>
                    <a:pt x="29212" y="42579"/>
                  </a:moveTo>
                  <a:lnTo>
                    <a:pt x="29212" y="48225"/>
                  </a:lnTo>
                  <a:lnTo>
                    <a:pt x="23969" y="42982"/>
                  </a:lnTo>
                  <a:cubicBezTo>
                    <a:pt x="23853" y="42867"/>
                    <a:pt x="23681" y="42751"/>
                    <a:pt x="23508" y="42579"/>
                  </a:cubicBezTo>
                  <a:close/>
                  <a:moveTo>
                    <a:pt x="3688" y="0"/>
                  </a:moveTo>
                  <a:cubicBezTo>
                    <a:pt x="1671" y="0"/>
                    <a:pt x="0" y="1613"/>
                    <a:pt x="0" y="3630"/>
                  </a:cubicBezTo>
                  <a:lnTo>
                    <a:pt x="0" y="38949"/>
                  </a:lnTo>
                  <a:cubicBezTo>
                    <a:pt x="0" y="40965"/>
                    <a:pt x="1671" y="42579"/>
                    <a:pt x="3688" y="42579"/>
                  </a:cubicBezTo>
                  <a:lnTo>
                    <a:pt x="16709" y="42579"/>
                  </a:lnTo>
                  <a:cubicBezTo>
                    <a:pt x="16536" y="42694"/>
                    <a:pt x="16363" y="42809"/>
                    <a:pt x="16248" y="42982"/>
                  </a:cubicBezTo>
                  <a:cubicBezTo>
                    <a:pt x="15211" y="44019"/>
                    <a:pt x="14635" y="45402"/>
                    <a:pt x="14635" y="46842"/>
                  </a:cubicBezTo>
                  <a:cubicBezTo>
                    <a:pt x="14635" y="48340"/>
                    <a:pt x="15211" y="49665"/>
                    <a:pt x="16248" y="50702"/>
                  </a:cubicBezTo>
                  <a:lnTo>
                    <a:pt x="29212" y="63724"/>
                  </a:lnTo>
                  <a:lnTo>
                    <a:pt x="29212" y="75477"/>
                  </a:lnTo>
                  <a:lnTo>
                    <a:pt x="31689" y="75477"/>
                  </a:lnTo>
                  <a:lnTo>
                    <a:pt x="31689" y="62744"/>
                  </a:lnTo>
                  <a:lnTo>
                    <a:pt x="17977" y="48974"/>
                  </a:lnTo>
                  <a:cubicBezTo>
                    <a:pt x="17400" y="48398"/>
                    <a:pt x="17055" y="47649"/>
                    <a:pt x="17055" y="46842"/>
                  </a:cubicBezTo>
                  <a:cubicBezTo>
                    <a:pt x="17055" y="46035"/>
                    <a:pt x="17343" y="45286"/>
                    <a:pt x="17977" y="44710"/>
                  </a:cubicBezTo>
                  <a:cubicBezTo>
                    <a:pt x="18553" y="44134"/>
                    <a:pt x="19331" y="43846"/>
                    <a:pt x="20108" y="43846"/>
                  </a:cubicBezTo>
                  <a:cubicBezTo>
                    <a:pt x="20886" y="43846"/>
                    <a:pt x="21664" y="44134"/>
                    <a:pt x="22240" y="44710"/>
                  </a:cubicBezTo>
                  <a:lnTo>
                    <a:pt x="31689" y="54102"/>
                  </a:lnTo>
                  <a:lnTo>
                    <a:pt x="31689" y="21261"/>
                  </a:lnTo>
                  <a:cubicBezTo>
                    <a:pt x="31689" y="19590"/>
                    <a:pt x="33014" y="18207"/>
                    <a:pt x="34685" y="18207"/>
                  </a:cubicBezTo>
                  <a:cubicBezTo>
                    <a:pt x="36356" y="18207"/>
                    <a:pt x="37739" y="19590"/>
                    <a:pt x="37739" y="21261"/>
                  </a:cubicBezTo>
                  <a:lnTo>
                    <a:pt x="37739" y="35895"/>
                  </a:lnTo>
                  <a:lnTo>
                    <a:pt x="37739" y="38949"/>
                  </a:lnTo>
                  <a:lnTo>
                    <a:pt x="40159" y="38949"/>
                  </a:lnTo>
                  <a:lnTo>
                    <a:pt x="40159" y="35895"/>
                  </a:lnTo>
                  <a:cubicBezTo>
                    <a:pt x="40159" y="34224"/>
                    <a:pt x="41542" y="32841"/>
                    <a:pt x="43212" y="32841"/>
                  </a:cubicBezTo>
                  <a:cubicBezTo>
                    <a:pt x="44941" y="32841"/>
                    <a:pt x="46266" y="34224"/>
                    <a:pt x="46266" y="35895"/>
                  </a:cubicBezTo>
                  <a:lnTo>
                    <a:pt x="46266" y="37105"/>
                  </a:lnTo>
                  <a:lnTo>
                    <a:pt x="46266" y="38949"/>
                  </a:lnTo>
                  <a:lnTo>
                    <a:pt x="48744" y="38949"/>
                  </a:lnTo>
                  <a:lnTo>
                    <a:pt x="48744" y="37105"/>
                  </a:lnTo>
                  <a:cubicBezTo>
                    <a:pt x="48744" y="35434"/>
                    <a:pt x="50069" y="34051"/>
                    <a:pt x="51740" y="34051"/>
                  </a:cubicBezTo>
                  <a:cubicBezTo>
                    <a:pt x="53468" y="34051"/>
                    <a:pt x="54793" y="35434"/>
                    <a:pt x="54793" y="37105"/>
                  </a:cubicBezTo>
                  <a:lnTo>
                    <a:pt x="54793" y="39525"/>
                  </a:lnTo>
                  <a:lnTo>
                    <a:pt x="54793" y="40159"/>
                  </a:lnTo>
                  <a:lnTo>
                    <a:pt x="57271" y="40159"/>
                  </a:lnTo>
                  <a:lnTo>
                    <a:pt x="57271" y="39525"/>
                  </a:lnTo>
                  <a:cubicBezTo>
                    <a:pt x="57271" y="37854"/>
                    <a:pt x="58596" y="36529"/>
                    <a:pt x="60267" y="36529"/>
                  </a:cubicBezTo>
                  <a:cubicBezTo>
                    <a:pt x="61995" y="36529"/>
                    <a:pt x="63320" y="37854"/>
                    <a:pt x="63320" y="39525"/>
                  </a:cubicBezTo>
                  <a:lnTo>
                    <a:pt x="63320" y="41369"/>
                  </a:lnTo>
                  <a:lnTo>
                    <a:pt x="63320" y="65740"/>
                  </a:lnTo>
                  <a:cubicBezTo>
                    <a:pt x="63320" y="67757"/>
                    <a:pt x="61707" y="69370"/>
                    <a:pt x="59691" y="69370"/>
                  </a:cubicBezTo>
                  <a:lnTo>
                    <a:pt x="58481" y="69370"/>
                  </a:lnTo>
                  <a:lnTo>
                    <a:pt x="58481" y="75477"/>
                  </a:lnTo>
                  <a:lnTo>
                    <a:pt x="60901" y="75477"/>
                  </a:lnTo>
                  <a:lnTo>
                    <a:pt x="60901" y="71675"/>
                  </a:lnTo>
                  <a:cubicBezTo>
                    <a:pt x="63666" y="71099"/>
                    <a:pt x="65740" y="68679"/>
                    <a:pt x="65740" y="65740"/>
                  </a:cubicBezTo>
                  <a:lnTo>
                    <a:pt x="65740" y="42579"/>
                  </a:lnTo>
                  <a:lnTo>
                    <a:pt x="71848" y="42579"/>
                  </a:lnTo>
                  <a:cubicBezTo>
                    <a:pt x="73864" y="42579"/>
                    <a:pt x="75478" y="40965"/>
                    <a:pt x="75478" y="38949"/>
                  </a:cubicBezTo>
                  <a:lnTo>
                    <a:pt x="75478" y="3630"/>
                  </a:lnTo>
                  <a:cubicBezTo>
                    <a:pt x="75535" y="1613"/>
                    <a:pt x="73864" y="0"/>
                    <a:pt x="71848" y="0"/>
                  </a:cubicBezTo>
                  <a:close/>
                </a:path>
              </a:pathLst>
            </a:custGeom>
            <a:solidFill>
              <a:srgbClr val="166A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1" name="Google Shape;331;p20"/>
            <p:cNvSpPr/>
            <p:nvPr/>
          </p:nvSpPr>
          <p:spPr>
            <a:xfrm>
              <a:off x="2166572" y="5307348"/>
              <a:ext cx="20930" cy="20930"/>
            </a:xfrm>
            <a:custGeom>
              <a:avLst/>
              <a:gdLst/>
              <a:ahLst/>
              <a:cxnLst/>
              <a:rect l="l" t="t" r="r" b="b"/>
              <a:pathLst>
                <a:path w="2421" h="2421" extrusionOk="0">
                  <a:moveTo>
                    <a:pt x="1" y="0"/>
                  </a:moveTo>
                  <a:lnTo>
                    <a:pt x="1" y="2420"/>
                  </a:lnTo>
                  <a:lnTo>
                    <a:pt x="2421" y="2420"/>
                  </a:lnTo>
                  <a:lnTo>
                    <a:pt x="2421" y="0"/>
                  </a:lnTo>
                  <a:close/>
                </a:path>
              </a:pathLst>
            </a:custGeom>
            <a:solidFill>
              <a:srgbClr val="166A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2" name="Google Shape;332;p20"/>
            <p:cNvSpPr/>
            <p:nvPr/>
          </p:nvSpPr>
          <p:spPr>
            <a:xfrm>
              <a:off x="2166572" y="5233624"/>
              <a:ext cx="20930" cy="63273"/>
            </a:xfrm>
            <a:custGeom>
              <a:avLst/>
              <a:gdLst/>
              <a:ahLst/>
              <a:cxnLst/>
              <a:rect l="l" t="t" r="r" b="b"/>
              <a:pathLst>
                <a:path w="2421" h="7319" extrusionOk="0">
                  <a:moveTo>
                    <a:pt x="1" y="1"/>
                  </a:moveTo>
                  <a:lnTo>
                    <a:pt x="1" y="7318"/>
                  </a:lnTo>
                  <a:lnTo>
                    <a:pt x="2421" y="7318"/>
                  </a:lnTo>
                  <a:lnTo>
                    <a:pt x="2421" y="1"/>
                  </a:lnTo>
                  <a:close/>
                </a:path>
              </a:pathLst>
            </a:custGeom>
            <a:solidFill>
              <a:srgbClr val="166A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3" name="Google Shape;333;p20"/>
            <p:cNvSpPr/>
            <p:nvPr/>
          </p:nvSpPr>
          <p:spPr>
            <a:xfrm>
              <a:off x="1597757" y="5244084"/>
              <a:ext cx="73725" cy="73733"/>
            </a:xfrm>
            <a:custGeom>
              <a:avLst/>
              <a:gdLst/>
              <a:ahLst/>
              <a:cxnLst/>
              <a:rect l="l" t="t" r="r" b="b"/>
              <a:pathLst>
                <a:path w="8528" h="8529" extrusionOk="0">
                  <a:moveTo>
                    <a:pt x="4264" y="2478"/>
                  </a:moveTo>
                  <a:cubicBezTo>
                    <a:pt x="5301" y="2478"/>
                    <a:pt x="6108" y="3285"/>
                    <a:pt x="6108" y="4265"/>
                  </a:cubicBezTo>
                  <a:cubicBezTo>
                    <a:pt x="6108" y="5302"/>
                    <a:pt x="5301" y="6108"/>
                    <a:pt x="4264" y="6108"/>
                  </a:cubicBezTo>
                  <a:cubicBezTo>
                    <a:pt x="3284" y="6108"/>
                    <a:pt x="2478" y="5302"/>
                    <a:pt x="2478" y="4265"/>
                  </a:cubicBezTo>
                  <a:cubicBezTo>
                    <a:pt x="2478" y="3285"/>
                    <a:pt x="3284" y="2478"/>
                    <a:pt x="4264" y="2478"/>
                  </a:cubicBezTo>
                  <a:close/>
                  <a:moveTo>
                    <a:pt x="4264" y="1"/>
                  </a:moveTo>
                  <a:cubicBezTo>
                    <a:pt x="1902" y="1"/>
                    <a:pt x="0" y="1960"/>
                    <a:pt x="0" y="4265"/>
                  </a:cubicBezTo>
                  <a:cubicBezTo>
                    <a:pt x="0" y="6627"/>
                    <a:pt x="1959" y="8528"/>
                    <a:pt x="4264" y="8528"/>
                  </a:cubicBezTo>
                  <a:cubicBezTo>
                    <a:pt x="6626" y="8528"/>
                    <a:pt x="8527" y="6627"/>
                    <a:pt x="8527" y="4265"/>
                  </a:cubicBezTo>
                  <a:cubicBezTo>
                    <a:pt x="8527" y="1960"/>
                    <a:pt x="6626" y="1"/>
                    <a:pt x="4264" y="1"/>
                  </a:cubicBezTo>
                  <a:close/>
                </a:path>
              </a:pathLst>
            </a:custGeom>
            <a:solidFill>
              <a:srgbClr val="166A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34" name="Google Shape;334;p20"/>
          <p:cNvGrpSpPr/>
          <p:nvPr/>
        </p:nvGrpSpPr>
        <p:grpSpPr>
          <a:xfrm>
            <a:off x="4048013" y="1439397"/>
            <a:ext cx="787992" cy="673930"/>
            <a:chOff x="2413128" y="5015960"/>
            <a:chExt cx="787992" cy="673930"/>
          </a:xfrm>
        </p:grpSpPr>
        <p:sp>
          <p:nvSpPr>
            <p:cNvPr id="335" name="Google Shape;335;p20"/>
            <p:cNvSpPr/>
            <p:nvPr/>
          </p:nvSpPr>
          <p:spPr>
            <a:xfrm>
              <a:off x="2781223" y="5194280"/>
              <a:ext cx="203728" cy="203227"/>
            </a:xfrm>
            <a:custGeom>
              <a:avLst/>
              <a:gdLst/>
              <a:ahLst/>
              <a:cxnLst/>
              <a:rect l="l" t="t" r="r" b="b"/>
              <a:pathLst>
                <a:path w="23566" h="23508" extrusionOk="0">
                  <a:moveTo>
                    <a:pt x="11812" y="0"/>
                  </a:moveTo>
                  <a:cubicBezTo>
                    <a:pt x="5301" y="0"/>
                    <a:pt x="0" y="5243"/>
                    <a:pt x="0" y="11754"/>
                  </a:cubicBezTo>
                  <a:cubicBezTo>
                    <a:pt x="0" y="18207"/>
                    <a:pt x="5301" y="23508"/>
                    <a:pt x="11812" y="23508"/>
                  </a:cubicBezTo>
                  <a:cubicBezTo>
                    <a:pt x="18265" y="23508"/>
                    <a:pt x="23565" y="18207"/>
                    <a:pt x="23565" y="11754"/>
                  </a:cubicBezTo>
                  <a:cubicBezTo>
                    <a:pt x="23565" y="5243"/>
                    <a:pt x="18265" y="0"/>
                    <a:pt x="11812" y="0"/>
                  </a:cubicBezTo>
                  <a:close/>
                </a:path>
              </a:pathLst>
            </a:custGeom>
            <a:solidFill>
              <a:srgbClr val="E9AD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6" name="Google Shape;336;p20"/>
            <p:cNvSpPr/>
            <p:nvPr/>
          </p:nvSpPr>
          <p:spPr>
            <a:xfrm>
              <a:off x="2755816" y="5524511"/>
              <a:ext cx="102123" cy="101622"/>
            </a:xfrm>
            <a:custGeom>
              <a:avLst/>
              <a:gdLst/>
              <a:ahLst/>
              <a:cxnLst/>
              <a:rect l="l" t="t" r="r" b="b"/>
              <a:pathLst>
                <a:path w="11813" h="11755" extrusionOk="0">
                  <a:moveTo>
                    <a:pt x="5878" y="2939"/>
                  </a:moveTo>
                  <a:cubicBezTo>
                    <a:pt x="7549" y="2939"/>
                    <a:pt x="8816" y="4264"/>
                    <a:pt x="8816" y="5878"/>
                  </a:cubicBezTo>
                  <a:cubicBezTo>
                    <a:pt x="8816" y="7491"/>
                    <a:pt x="7549" y="8816"/>
                    <a:pt x="5878" y="8816"/>
                  </a:cubicBezTo>
                  <a:cubicBezTo>
                    <a:pt x="4264" y="8816"/>
                    <a:pt x="2939" y="7491"/>
                    <a:pt x="2939" y="5878"/>
                  </a:cubicBezTo>
                  <a:cubicBezTo>
                    <a:pt x="2939" y="4264"/>
                    <a:pt x="4264" y="2939"/>
                    <a:pt x="5878" y="2939"/>
                  </a:cubicBezTo>
                  <a:close/>
                  <a:moveTo>
                    <a:pt x="5878" y="1"/>
                  </a:moveTo>
                  <a:cubicBezTo>
                    <a:pt x="2651" y="1"/>
                    <a:pt x="1" y="2651"/>
                    <a:pt x="1" y="5878"/>
                  </a:cubicBezTo>
                  <a:cubicBezTo>
                    <a:pt x="1" y="9104"/>
                    <a:pt x="2651" y="11755"/>
                    <a:pt x="5878" y="11755"/>
                  </a:cubicBezTo>
                  <a:cubicBezTo>
                    <a:pt x="9162" y="11755"/>
                    <a:pt x="11812" y="9162"/>
                    <a:pt x="11812" y="5878"/>
                  </a:cubicBezTo>
                  <a:cubicBezTo>
                    <a:pt x="11812" y="2651"/>
                    <a:pt x="9162" y="1"/>
                    <a:pt x="5878" y="1"/>
                  </a:cubicBezTo>
                  <a:close/>
                </a:path>
              </a:pathLst>
            </a:custGeom>
            <a:solidFill>
              <a:srgbClr val="6731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7" name="Google Shape;337;p20"/>
            <p:cNvSpPr/>
            <p:nvPr/>
          </p:nvSpPr>
          <p:spPr>
            <a:xfrm>
              <a:off x="2413128" y="5015960"/>
              <a:ext cx="787992" cy="673930"/>
            </a:xfrm>
            <a:custGeom>
              <a:avLst/>
              <a:gdLst/>
              <a:ahLst/>
              <a:cxnLst/>
              <a:rect l="l" t="t" r="r" b="b"/>
              <a:pathLst>
                <a:path w="91150" h="77956" extrusionOk="0">
                  <a:moveTo>
                    <a:pt x="49320" y="15442"/>
                  </a:moveTo>
                  <a:lnTo>
                    <a:pt x="53872" y="25698"/>
                  </a:lnTo>
                  <a:lnTo>
                    <a:pt x="49263" y="27541"/>
                  </a:lnTo>
                  <a:lnTo>
                    <a:pt x="44653" y="17113"/>
                  </a:lnTo>
                  <a:lnTo>
                    <a:pt x="49320" y="15442"/>
                  </a:lnTo>
                  <a:close/>
                  <a:moveTo>
                    <a:pt x="18092" y="2997"/>
                  </a:moveTo>
                  <a:lnTo>
                    <a:pt x="39007" y="53238"/>
                  </a:lnTo>
                  <a:cubicBezTo>
                    <a:pt x="38143" y="53699"/>
                    <a:pt x="37336" y="54275"/>
                    <a:pt x="36645" y="54967"/>
                  </a:cubicBezTo>
                  <a:lnTo>
                    <a:pt x="15615" y="5935"/>
                  </a:lnTo>
                  <a:lnTo>
                    <a:pt x="4380" y="5935"/>
                  </a:lnTo>
                  <a:cubicBezTo>
                    <a:pt x="3573" y="5935"/>
                    <a:pt x="2882" y="5244"/>
                    <a:pt x="2882" y="4437"/>
                  </a:cubicBezTo>
                  <a:cubicBezTo>
                    <a:pt x="2882" y="3631"/>
                    <a:pt x="3573" y="2997"/>
                    <a:pt x="4380" y="2997"/>
                  </a:cubicBezTo>
                  <a:close/>
                  <a:moveTo>
                    <a:pt x="66778" y="9219"/>
                  </a:moveTo>
                  <a:lnTo>
                    <a:pt x="81585" y="45575"/>
                  </a:lnTo>
                  <a:lnTo>
                    <a:pt x="55024" y="55543"/>
                  </a:lnTo>
                  <a:cubicBezTo>
                    <a:pt x="52662" y="53065"/>
                    <a:pt x="49263" y="51510"/>
                    <a:pt x="45518" y="51510"/>
                  </a:cubicBezTo>
                  <a:cubicBezTo>
                    <a:pt x="44192" y="51510"/>
                    <a:pt x="42925" y="51682"/>
                    <a:pt x="41715" y="52028"/>
                  </a:cubicBezTo>
                  <a:lnTo>
                    <a:pt x="29443" y="22586"/>
                  </a:lnTo>
                  <a:lnTo>
                    <a:pt x="41830" y="18150"/>
                  </a:lnTo>
                  <a:lnTo>
                    <a:pt x="47707" y="31344"/>
                  </a:lnTo>
                  <a:lnTo>
                    <a:pt x="57790" y="27311"/>
                  </a:lnTo>
                  <a:lnTo>
                    <a:pt x="52086" y="14462"/>
                  </a:lnTo>
                  <a:lnTo>
                    <a:pt x="66778" y="9219"/>
                  </a:lnTo>
                  <a:close/>
                  <a:moveTo>
                    <a:pt x="86246" y="47111"/>
                  </a:moveTo>
                  <a:cubicBezTo>
                    <a:pt x="86617" y="47111"/>
                    <a:pt x="86993" y="47228"/>
                    <a:pt x="87347" y="47476"/>
                  </a:cubicBezTo>
                  <a:cubicBezTo>
                    <a:pt x="87866" y="47822"/>
                    <a:pt x="88211" y="48398"/>
                    <a:pt x="88211" y="49090"/>
                  </a:cubicBezTo>
                  <a:cubicBezTo>
                    <a:pt x="88154" y="49896"/>
                    <a:pt x="87635" y="50645"/>
                    <a:pt x="86886" y="50933"/>
                  </a:cubicBezTo>
                  <a:lnTo>
                    <a:pt x="58308" y="61304"/>
                  </a:lnTo>
                  <a:cubicBezTo>
                    <a:pt x="58020" y="60094"/>
                    <a:pt x="57502" y="59000"/>
                    <a:pt x="56926" y="57963"/>
                  </a:cubicBezTo>
                  <a:lnTo>
                    <a:pt x="85561" y="47246"/>
                  </a:lnTo>
                  <a:cubicBezTo>
                    <a:pt x="85783" y="47157"/>
                    <a:pt x="86013" y="47111"/>
                    <a:pt x="86246" y="47111"/>
                  </a:cubicBezTo>
                  <a:close/>
                  <a:moveTo>
                    <a:pt x="45518" y="54448"/>
                  </a:moveTo>
                  <a:cubicBezTo>
                    <a:pt x="51222" y="54448"/>
                    <a:pt x="55831" y="59057"/>
                    <a:pt x="55831" y="64704"/>
                  </a:cubicBezTo>
                  <a:cubicBezTo>
                    <a:pt x="55831" y="70408"/>
                    <a:pt x="51222" y="75017"/>
                    <a:pt x="45518" y="75017"/>
                  </a:cubicBezTo>
                  <a:cubicBezTo>
                    <a:pt x="39871" y="75017"/>
                    <a:pt x="35262" y="70408"/>
                    <a:pt x="35262" y="64704"/>
                  </a:cubicBezTo>
                  <a:cubicBezTo>
                    <a:pt x="35262" y="59057"/>
                    <a:pt x="39871" y="54448"/>
                    <a:pt x="45518" y="54448"/>
                  </a:cubicBezTo>
                  <a:close/>
                  <a:moveTo>
                    <a:pt x="4380" y="1"/>
                  </a:moveTo>
                  <a:cubicBezTo>
                    <a:pt x="1960" y="1"/>
                    <a:pt x="1" y="2017"/>
                    <a:pt x="1" y="4437"/>
                  </a:cubicBezTo>
                  <a:cubicBezTo>
                    <a:pt x="1" y="6857"/>
                    <a:pt x="1960" y="8816"/>
                    <a:pt x="4380" y="8816"/>
                  </a:cubicBezTo>
                  <a:lnTo>
                    <a:pt x="13714" y="8816"/>
                  </a:lnTo>
                  <a:lnTo>
                    <a:pt x="34513" y="57444"/>
                  </a:lnTo>
                  <a:cubicBezTo>
                    <a:pt x="33130" y="59518"/>
                    <a:pt x="32324" y="62053"/>
                    <a:pt x="32324" y="64704"/>
                  </a:cubicBezTo>
                  <a:cubicBezTo>
                    <a:pt x="32324" y="72021"/>
                    <a:pt x="38258" y="77955"/>
                    <a:pt x="45575" y="77955"/>
                  </a:cubicBezTo>
                  <a:cubicBezTo>
                    <a:pt x="52835" y="77955"/>
                    <a:pt x="58769" y="72021"/>
                    <a:pt x="58769" y="64704"/>
                  </a:cubicBezTo>
                  <a:cubicBezTo>
                    <a:pt x="58769" y="64588"/>
                    <a:pt x="58769" y="64416"/>
                    <a:pt x="58769" y="64300"/>
                  </a:cubicBezTo>
                  <a:lnTo>
                    <a:pt x="87923" y="53699"/>
                  </a:lnTo>
                  <a:cubicBezTo>
                    <a:pt x="89824" y="52950"/>
                    <a:pt x="91150" y="51106"/>
                    <a:pt x="91150" y="49090"/>
                  </a:cubicBezTo>
                  <a:cubicBezTo>
                    <a:pt x="91092" y="47476"/>
                    <a:pt x="90343" y="45978"/>
                    <a:pt x="89018" y="45057"/>
                  </a:cubicBezTo>
                  <a:cubicBezTo>
                    <a:pt x="88179" y="44473"/>
                    <a:pt x="87201" y="44166"/>
                    <a:pt x="86216" y="44166"/>
                  </a:cubicBezTo>
                  <a:cubicBezTo>
                    <a:pt x="85646" y="44166"/>
                    <a:pt x="85073" y="44269"/>
                    <a:pt x="84524" y="44480"/>
                  </a:cubicBezTo>
                  <a:lnTo>
                    <a:pt x="84351" y="44538"/>
                  </a:lnTo>
                  <a:lnTo>
                    <a:pt x="68449" y="5532"/>
                  </a:lnTo>
                  <a:lnTo>
                    <a:pt x="28348" y="19821"/>
                  </a:lnTo>
                  <a:lnTo>
                    <a:pt x="20051" y="1"/>
                  </a:lnTo>
                  <a:close/>
                </a:path>
              </a:pathLst>
            </a:custGeom>
            <a:solidFill>
              <a:srgbClr val="67316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338" name="Google Shape;338;p20"/>
          <p:cNvGrpSpPr/>
          <p:nvPr/>
        </p:nvGrpSpPr>
        <p:grpSpPr>
          <a:xfrm>
            <a:off x="7099344" y="1422774"/>
            <a:ext cx="751129" cy="751631"/>
            <a:chOff x="2415125" y="5869688"/>
            <a:chExt cx="751129" cy="751631"/>
          </a:xfrm>
        </p:grpSpPr>
        <p:sp>
          <p:nvSpPr>
            <p:cNvPr id="339" name="Google Shape;339;p20"/>
            <p:cNvSpPr/>
            <p:nvPr/>
          </p:nvSpPr>
          <p:spPr>
            <a:xfrm>
              <a:off x="2948080" y="5869688"/>
              <a:ext cx="218174" cy="218174"/>
            </a:xfrm>
            <a:custGeom>
              <a:avLst/>
              <a:gdLst/>
              <a:ahLst/>
              <a:cxnLst/>
              <a:rect l="l" t="t" r="r" b="b"/>
              <a:pathLst>
                <a:path w="25237" h="25237" extrusionOk="0">
                  <a:moveTo>
                    <a:pt x="12619" y="1"/>
                  </a:moveTo>
                  <a:cubicBezTo>
                    <a:pt x="5647" y="1"/>
                    <a:pt x="1" y="5647"/>
                    <a:pt x="1" y="12619"/>
                  </a:cubicBezTo>
                  <a:cubicBezTo>
                    <a:pt x="1" y="19590"/>
                    <a:pt x="5647" y="25237"/>
                    <a:pt x="12619" y="25237"/>
                  </a:cubicBezTo>
                  <a:cubicBezTo>
                    <a:pt x="19590" y="25237"/>
                    <a:pt x="25237" y="19590"/>
                    <a:pt x="25237" y="12619"/>
                  </a:cubicBezTo>
                  <a:cubicBezTo>
                    <a:pt x="25237" y="5647"/>
                    <a:pt x="19590" y="1"/>
                    <a:pt x="12619" y="1"/>
                  </a:cubicBezTo>
                  <a:close/>
                </a:path>
              </a:pathLst>
            </a:custGeom>
            <a:solidFill>
              <a:srgbClr val="DACCF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0" name="Google Shape;340;p20"/>
            <p:cNvSpPr/>
            <p:nvPr/>
          </p:nvSpPr>
          <p:spPr>
            <a:xfrm>
              <a:off x="2415125" y="6100311"/>
              <a:ext cx="751129" cy="521008"/>
            </a:xfrm>
            <a:custGeom>
              <a:avLst/>
              <a:gdLst/>
              <a:ahLst/>
              <a:cxnLst/>
              <a:rect l="l" t="t" r="r" b="b"/>
              <a:pathLst>
                <a:path w="86886" h="60267" extrusionOk="0">
                  <a:moveTo>
                    <a:pt x="58826" y="2766"/>
                  </a:moveTo>
                  <a:lnTo>
                    <a:pt x="58826" y="12618"/>
                  </a:lnTo>
                  <a:lnTo>
                    <a:pt x="8412" y="12618"/>
                  </a:lnTo>
                  <a:lnTo>
                    <a:pt x="8412" y="2766"/>
                  </a:lnTo>
                  <a:close/>
                  <a:moveTo>
                    <a:pt x="71617" y="15384"/>
                  </a:moveTo>
                  <a:lnTo>
                    <a:pt x="72712" y="26619"/>
                  </a:lnTo>
                  <a:lnTo>
                    <a:pt x="61650" y="26619"/>
                  </a:lnTo>
                  <a:lnTo>
                    <a:pt x="61650" y="15384"/>
                  </a:lnTo>
                  <a:close/>
                  <a:moveTo>
                    <a:pt x="58826" y="15384"/>
                  </a:moveTo>
                  <a:lnTo>
                    <a:pt x="58826" y="26619"/>
                  </a:lnTo>
                  <a:lnTo>
                    <a:pt x="58826" y="29442"/>
                  </a:lnTo>
                  <a:lnTo>
                    <a:pt x="58826" y="35031"/>
                  </a:lnTo>
                  <a:lnTo>
                    <a:pt x="8412" y="35031"/>
                  </a:lnTo>
                  <a:lnTo>
                    <a:pt x="8412" y="15384"/>
                  </a:lnTo>
                  <a:close/>
                  <a:moveTo>
                    <a:pt x="5589" y="44826"/>
                  </a:moveTo>
                  <a:lnTo>
                    <a:pt x="5589" y="47649"/>
                  </a:lnTo>
                  <a:lnTo>
                    <a:pt x="4206" y="47649"/>
                  </a:lnTo>
                  <a:cubicBezTo>
                    <a:pt x="3400" y="47649"/>
                    <a:pt x="2766" y="47015"/>
                    <a:pt x="2766" y="46266"/>
                  </a:cubicBezTo>
                  <a:cubicBezTo>
                    <a:pt x="2766" y="45459"/>
                    <a:pt x="3400" y="44826"/>
                    <a:pt x="4206" y="44826"/>
                  </a:cubicBezTo>
                  <a:close/>
                  <a:moveTo>
                    <a:pt x="58826" y="37854"/>
                  </a:moveTo>
                  <a:lnTo>
                    <a:pt x="58826" y="47649"/>
                  </a:lnTo>
                  <a:lnTo>
                    <a:pt x="31804" y="47649"/>
                  </a:lnTo>
                  <a:cubicBezTo>
                    <a:pt x="30595" y="43616"/>
                    <a:pt x="26849" y="40620"/>
                    <a:pt x="22413" y="40620"/>
                  </a:cubicBezTo>
                  <a:cubicBezTo>
                    <a:pt x="17977" y="40620"/>
                    <a:pt x="14232" y="43616"/>
                    <a:pt x="13022" y="47649"/>
                  </a:cubicBezTo>
                  <a:lnTo>
                    <a:pt x="8412" y="47649"/>
                  </a:lnTo>
                  <a:lnTo>
                    <a:pt x="8412" y="42060"/>
                  </a:lnTo>
                  <a:lnTo>
                    <a:pt x="8412" y="37854"/>
                  </a:lnTo>
                  <a:close/>
                  <a:moveTo>
                    <a:pt x="78474" y="29442"/>
                  </a:moveTo>
                  <a:lnTo>
                    <a:pt x="78474" y="42060"/>
                  </a:lnTo>
                  <a:lnTo>
                    <a:pt x="78474" y="47649"/>
                  </a:lnTo>
                  <a:lnTo>
                    <a:pt x="78070" y="47649"/>
                  </a:lnTo>
                  <a:cubicBezTo>
                    <a:pt x="76860" y="43616"/>
                    <a:pt x="73115" y="40620"/>
                    <a:pt x="68679" y="40620"/>
                  </a:cubicBezTo>
                  <a:cubicBezTo>
                    <a:pt x="65913" y="40620"/>
                    <a:pt x="63436" y="41772"/>
                    <a:pt x="61650" y="43616"/>
                  </a:cubicBezTo>
                  <a:lnTo>
                    <a:pt x="61650" y="37854"/>
                  </a:lnTo>
                  <a:lnTo>
                    <a:pt x="61650" y="29442"/>
                  </a:lnTo>
                  <a:close/>
                  <a:moveTo>
                    <a:pt x="82680" y="44826"/>
                  </a:moveTo>
                  <a:cubicBezTo>
                    <a:pt x="83429" y="44826"/>
                    <a:pt x="84062" y="45459"/>
                    <a:pt x="84062" y="46266"/>
                  </a:cubicBezTo>
                  <a:cubicBezTo>
                    <a:pt x="84062" y="47015"/>
                    <a:pt x="83429" y="47649"/>
                    <a:pt x="82680" y="47649"/>
                  </a:cubicBezTo>
                  <a:lnTo>
                    <a:pt x="81297" y="47649"/>
                  </a:lnTo>
                  <a:lnTo>
                    <a:pt x="81297" y="44826"/>
                  </a:lnTo>
                  <a:close/>
                  <a:moveTo>
                    <a:pt x="22413" y="43443"/>
                  </a:moveTo>
                  <a:cubicBezTo>
                    <a:pt x="26273" y="43443"/>
                    <a:pt x="29442" y="46554"/>
                    <a:pt x="29442" y="50472"/>
                  </a:cubicBezTo>
                  <a:cubicBezTo>
                    <a:pt x="29442" y="54332"/>
                    <a:pt x="26273" y="57443"/>
                    <a:pt x="22413" y="57443"/>
                  </a:cubicBezTo>
                  <a:cubicBezTo>
                    <a:pt x="18553" y="57443"/>
                    <a:pt x="15384" y="54332"/>
                    <a:pt x="15384" y="50472"/>
                  </a:cubicBezTo>
                  <a:cubicBezTo>
                    <a:pt x="15384" y="46554"/>
                    <a:pt x="18553" y="43443"/>
                    <a:pt x="22413" y="43443"/>
                  </a:cubicBezTo>
                  <a:close/>
                  <a:moveTo>
                    <a:pt x="68679" y="43443"/>
                  </a:moveTo>
                  <a:cubicBezTo>
                    <a:pt x="72539" y="43443"/>
                    <a:pt x="75650" y="46554"/>
                    <a:pt x="75650" y="50472"/>
                  </a:cubicBezTo>
                  <a:cubicBezTo>
                    <a:pt x="75650" y="54332"/>
                    <a:pt x="72539" y="57443"/>
                    <a:pt x="68679" y="57443"/>
                  </a:cubicBezTo>
                  <a:cubicBezTo>
                    <a:pt x="64819" y="57443"/>
                    <a:pt x="61650" y="54332"/>
                    <a:pt x="61650" y="50472"/>
                  </a:cubicBezTo>
                  <a:cubicBezTo>
                    <a:pt x="61650" y="46554"/>
                    <a:pt x="64819" y="43443"/>
                    <a:pt x="68679" y="43443"/>
                  </a:cubicBezTo>
                  <a:close/>
                  <a:moveTo>
                    <a:pt x="5589" y="0"/>
                  </a:moveTo>
                  <a:lnTo>
                    <a:pt x="5589" y="12618"/>
                  </a:lnTo>
                  <a:lnTo>
                    <a:pt x="5589" y="37854"/>
                  </a:lnTo>
                  <a:lnTo>
                    <a:pt x="5589" y="42002"/>
                  </a:lnTo>
                  <a:lnTo>
                    <a:pt x="4206" y="42002"/>
                  </a:lnTo>
                  <a:cubicBezTo>
                    <a:pt x="1844" y="42002"/>
                    <a:pt x="0" y="43904"/>
                    <a:pt x="0" y="46208"/>
                  </a:cubicBezTo>
                  <a:cubicBezTo>
                    <a:pt x="0" y="48571"/>
                    <a:pt x="1844" y="50414"/>
                    <a:pt x="4206" y="50414"/>
                  </a:cubicBezTo>
                  <a:lnTo>
                    <a:pt x="12618" y="50414"/>
                  </a:lnTo>
                  <a:cubicBezTo>
                    <a:pt x="12618" y="55830"/>
                    <a:pt x="16997" y="60267"/>
                    <a:pt x="22413" y="60267"/>
                  </a:cubicBezTo>
                  <a:cubicBezTo>
                    <a:pt x="27829" y="60267"/>
                    <a:pt x="32208" y="55830"/>
                    <a:pt x="32208" y="50414"/>
                  </a:cubicBezTo>
                  <a:lnTo>
                    <a:pt x="58826" y="50414"/>
                  </a:lnTo>
                  <a:cubicBezTo>
                    <a:pt x="58826" y="55830"/>
                    <a:pt x="63263" y="60267"/>
                    <a:pt x="68679" y="60267"/>
                  </a:cubicBezTo>
                  <a:cubicBezTo>
                    <a:pt x="74037" y="60267"/>
                    <a:pt x="78474" y="55830"/>
                    <a:pt x="78474" y="50414"/>
                  </a:cubicBezTo>
                  <a:lnTo>
                    <a:pt x="82680" y="50414"/>
                  </a:lnTo>
                  <a:cubicBezTo>
                    <a:pt x="84984" y="50414"/>
                    <a:pt x="86886" y="48571"/>
                    <a:pt x="86886" y="46208"/>
                  </a:cubicBezTo>
                  <a:cubicBezTo>
                    <a:pt x="86886" y="43904"/>
                    <a:pt x="84984" y="42002"/>
                    <a:pt x="82680" y="42002"/>
                  </a:cubicBezTo>
                  <a:lnTo>
                    <a:pt x="81297" y="42002"/>
                  </a:lnTo>
                  <a:lnTo>
                    <a:pt x="81297" y="26619"/>
                  </a:lnTo>
                  <a:lnTo>
                    <a:pt x="75535" y="26619"/>
                  </a:lnTo>
                  <a:lnTo>
                    <a:pt x="74152" y="12618"/>
                  </a:lnTo>
                  <a:lnTo>
                    <a:pt x="61650" y="12618"/>
                  </a:lnTo>
                  <a:lnTo>
                    <a:pt x="61650" y="0"/>
                  </a:lnTo>
                  <a:close/>
                </a:path>
              </a:pathLst>
            </a:custGeom>
            <a:solidFill>
              <a:srgbClr val="3B29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1" name="Google Shape;341;p20"/>
            <p:cNvSpPr/>
            <p:nvPr/>
          </p:nvSpPr>
          <p:spPr>
            <a:xfrm>
              <a:off x="2572524" y="6500272"/>
              <a:ext cx="72722" cy="72238"/>
            </a:xfrm>
            <a:custGeom>
              <a:avLst/>
              <a:gdLst/>
              <a:ahLst/>
              <a:cxnLst/>
              <a:rect l="l" t="t" r="r" b="b"/>
              <a:pathLst>
                <a:path w="8412" h="8356" extrusionOk="0">
                  <a:moveTo>
                    <a:pt x="4206" y="2766"/>
                  </a:moveTo>
                  <a:cubicBezTo>
                    <a:pt x="4955" y="2766"/>
                    <a:pt x="5589" y="3400"/>
                    <a:pt x="5589" y="4149"/>
                  </a:cubicBezTo>
                  <a:cubicBezTo>
                    <a:pt x="5589" y="4956"/>
                    <a:pt x="4955" y="5590"/>
                    <a:pt x="4206" y="5590"/>
                  </a:cubicBezTo>
                  <a:cubicBezTo>
                    <a:pt x="3457" y="5590"/>
                    <a:pt x="2823" y="4956"/>
                    <a:pt x="2823" y="4149"/>
                  </a:cubicBezTo>
                  <a:cubicBezTo>
                    <a:pt x="2823" y="3400"/>
                    <a:pt x="3399" y="2766"/>
                    <a:pt x="4206" y="2766"/>
                  </a:cubicBezTo>
                  <a:close/>
                  <a:moveTo>
                    <a:pt x="4206" y="1"/>
                  </a:moveTo>
                  <a:cubicBezTo>
                    <a:pt x="1901" y="1"/>
                    <a:pt x="0" y="1845"/>
                    <a:pt x="0" y="4207"/>
                  </a:cubicBezTo>
                  <a:cubicBezTo>
                    <a:pt x="0" y="6512"/>
                    <a:pt x="1901" y="8355"/>
                    <a:pt x="4206" y="8355"/>
                  </a:cubicBezTo>
                  <a:cubicBezTo>
                    <a:pt x="6511" y="8355"/>
                    <a:pt x="8412" y="6512"/>
                    <a:pt x="8412" y="4207"/>
                  </a:cubicBezTo>
                  <a:cubicBezTo>
                    <a:pt x="8412" y="1845"/>
                    <a:pt x="6511" y="1"/>
                    <a:pt x="4206" y="1"/>
                  </a:cubicBezTo>
                  <a:close/>
                </a:path>
              </a:pathLst>
            </a:custGeom>
            <a:solidFill>
              <a:srgbClr val="3B29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2" name="Google Shape;342;p20"/>
            <p:cNvSpPr/>
            <p:nvPr/>
          </p:nvSpPr>
          <p:spPr>
            <a:xfrm>
              <a:off x="2972485" y="6500272"/>
              <a:ext cx="72730" cy="72238"/>
            </a:xfrm>
            <a:custGeom>
              <a:avLst/>
              <a:gdLst/>
              <a:ahLst/>
              <a:cxnLst/>
              <a:rect l="l" t="t" r="r" b="b"/>
              <a:pathLst>
                <a:path w="8413" h="8356" extrusionOk="0">
                  <a:moveTo>
                    <a:pt x="4207" y="2766"/>
                  </a:moveTo>
                  <a:cubicBezTo>
                    <a:pt x="4956" y="2766"/>
                    <a:pt x="5590" y="3400"/>
                    <a:pt x="5590" y="4149"/>
                  </a:cubicBezTo>
                  <a:cubicBezTo>
                    <a:pt x="5590" y="4956"/>
                    <a:pt x="4956" y="5590"/>
                    <a:pt x="4207" y="5590"/>
                  </a:cubicBezTo>
                  <a:cubicBezTo>
                    <a:pt x="3400" y="5590"/>
                    <a:pt x="2766" y="4956"/>
                    <a:pt x="2766" y="4149"/>
                  </a:cubicBezTo>
                  <a:cubicBezTo>
                    <a:pt x="2766" y="3400"/>
                    <a:pt x="3400" y="2766"/>
                    <a:pt x="4207" y="2766"/>
                  </a:cubicBezTo>
                  <a:close/>
                  <a:moveTo>
                    <a:pt x="4207" y="1"/>
                  </a:moveTo>
                  <a:cubicBezTo>
                    <a:pt x="1845" y="1"/>
                    <a:pt x="1" y="1845"/>
                    <a:pt x="1" y="4207"/>
                  </a:cubicBezTo>
                  <a:cubicBezTo>
                    <a:pt x="1" y="6512"/>
                    <a:pt x="1845" y="8355"/>
                    <a:pt x="4207" y="8355"/>
                  </a:cubicBezTo>
                  <a:cubicBezTo>
                    <a:pt x="6511" y="8355"/>
                    <a:pt x="8413" y="6512"/>
                    <a:pt x="8413" y="4207"/>
                  </a:cubicBezTo>
                  <a:cubicBezTo>
                    <a:pt x="8413" y="1845"/>
                    <a:pt x="6511" y="1"/>
                    <a:pt x="4207" y="1"/>
                  </a:cubicBezTo>
                  <a:close/>
                </a:path>
              </a:pathLst>
            </a:custGeom>
            <a:solidFill>
              <a:srgbClr val="3B29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3" name="Google Shape;343;p20"/>
            <p:cNvSpPr/>
            <p:nvPr/>
          </p:nvSpPr>
          <p:spPr>
            <a:xfrm>
              <a:off x="2475389" y="5894102"/>
              <a:ext cx="448295" cy="24413"/>
            </a:xfrm>
            <a:custGeom>
              <a:avLst/>
              <a:gdLst/>
              <a:ahLst/>
              <a:cxnLst/>
              <a:rect l="l" t="t" r="r" b="b"/>
              <a:pathLst>
                <a:path w="51856" h="2824" extrusionOk="0">
                  <a:moveTo>
                    <a:pt x="1" y="0"/>
                  </a:moveTo>
                  <a:lnTo>
                    <a:pt x="1" y="2823"/>
                  </a:lnTo>
                  <a:lnTo>
                    <a:pt x="51855" y="2823"/>
                  </a:lnTo>
                  <a:lnTo>
                    <a:pt x="51855" y="0"/>
                  </a:lnTo>
                  <a:close/>
                </a:path>
              </a:pathLst>
            </a:custGeom>
            <a:solidFill>
              <a:srgbClr val="3B29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4" name="Google Shape;344;p20"/>
            <p:cNvSpPr/>
            <p:nvPr/>
          </p:nvSpPr>
          <p:spPr>
            <a:xfrm>
              <a:off x="2427081" y="5954867"/>
              <a:ext cx="484647" cy="23912"/>
            </a:xfrm>
            <a:custGeom>
              <a:avLst/>
              <a:gdLst/>
              <a:ahLst/>
              <a:cxnLst/>
              <a:rect l="l" t="t" r="r" b="b"/>
              <a:pathLst>
                <a:path w="56061" h="2766" extrusionOk="0">
                  <a:moveTo>
                    <a:pt x="0" y="0"/>
                  </a:moveTo>
                  <a:lnTo>
                    <a:pt x="0" y="2766"/>
                  </a:lnTo>
                  <a:lnTo>
                    <a:pt x="56061" y="2766"/>
                  </a:lnTo>
                  <a:lnTo>
                    <a:pt x="56061" y="0"/>
                  </a:lnTo>
                  <a:close/>
                </a:path>
              </a:pathLst>
            </a:custGeom>
            <a:solidFill>
              <a:srgbClr val="3B29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5" name="Google Shape;345;p20"/>
            <p:cNvSpPr/>
            <p:nvPr/>
          </p:nvSpPr>
          <p:spPr>
            <a:xfrm>
              <a:off x="2475389" y="6015132"/>
              <a:ext cx="448295" cy="24413"/>
            </a:xfrm>
            <a:custGeom>
              <a:avLst/>
              <a:gdLst/>
              <a:ahLst/>
              <a:cxnLst/>
              <a:rect l="l" t="t" r="r" b="b"/>
              <a:pathLst>
                <a:path w="51856" h="2824" extrusionOk="0">
                  <a:moveTo>
                    <a:pt x="1" y="1"/>
                  </a:moveTo>
                  <a:lnTo>
                    <a:pt x="1" y="2824"/>
                  </a:lnTo>
                  <a:lnTo>
                    <a:pt x="51855" y="2824"/>
                  </a:lnTo>
                  <a:lnTo>
                    <a:pt x="51855" y="1"/>
                  </a:lnTo>
                  <a:close/>
                </a:path>
              </a:pathLst>
            </a:custGeom>
            <a:solidFill>
              <a:srgbClr val="3B29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6" name="Google Shape;346;p20"/>
            <p:cNvSpPr/>
            <p:nvPr/>
          </p:nvSpPr>
          <p:spPr>
            <a:xfrm>
              <a:off x="3008846" y="5906049"/>
              <a:ext cx="96642" cy="145452"/>
            </a:xfrm>
            <a:custGeom>
              <a:avLst/>
              <a:gdLst/>
              <a:ahLst/>
              <a:cxnLst/>
              <a:rect l="l" t="t" r="r" b="b"/>
              <a:pathLst>
                <a:path w="11179" h="16825" extrusionOk="0">
                  <a:moveTo>
                    <a:pt x="4207" y="1"/>
                  </a:moveTo>
                  <a:lnTo>
                    <a:pt x="4207" y="1441"/>
                  </a:lnTo>
                  <a:cubicBezTo>
                    <a:pt x="1902" y="1441"/>
                    <a:pt x="1" y="3285"/>
                    <a:pt x="1" y="5647"/>
                  </a:cubicBezTo>
                  <a:cubicBezTo>
                    <a:pt x="1" y="7952"/>
                    <a:pt x="1902" y="9853"/>
                    <a:pt x="4207" y="9853"/>
                  </a:cubicBezTo>
                  <a:lnTo>
                    <a:pt x="6972" y="9853"/>
                  </a:lnTo>
                  <a:cubicBezTo>
                    <a:pt x="7779" y="9853"/>
                    <a:pt x="8413" y="10487"/>
                    <a:pt x="8413" y="11236"/>
                  </a:cubicBezTo>
                  <a:cubicBezTo>
                    <a:pt x="8413" y="12043"/>
                    <a:pt x="7779" y="12619"/>
                    <a:pt x="6972" y="12619"/>
                  </a:cubicBezTo>
                  <a:lnTo>
                    <a:pt x="4207" y="12619"/>
                  </a:lnTo>
                  <a:cubicBezTo>
                    <a:pt x="3400" y="12619"/>
                    <a:pt x="2766" y="12043"/>
                    <a:pt x="2766" y="11236"/>
                  </a:cubicBezTo>
                  <a:lnTo>
                    <a:pt x="1" y="11236"/>
                  </a:lnTo>
                  <a:cubicBezTo>
                    <a:pt x="1" y="13541"/>
                    <a:pt x="1902" y="15442"/>
                    <a:pt x="4207" y="15442"/>
                  </a:cubicBezTo>
                  <a:lnTo>
                    <a:pt x="4207" y="16825"/>
                  </a:lnTo>
                  <a:lnTo>
                    <a:pt x="6972" y="16825"/>
                  </a:lnTo>
                  <a:lnTo>
                    <a:pt x="6972" y="15442"/>
                  </a:lnTo>
                  <a:cubicBezTo>
                    <a:pt x="9335" y="15442"/>
                    <a:pt x="11178" y="13541"/>
                    <a:pt x="11178" y="11236"/>
                  </a:cubicBezTo>
                  <a:cubicBezTo>
                    <a:pt x="11178" y="8931"/>
                    <a:pt x="9335" y="7030"/>
                    <a:pt x="6972" y="7030"/>
                  </a:cubicBezTo>
                  <a:lnTo>
                    <a:pt x="4207" y="7030"/>
                  </a:lnTo>
                  <a:cubicBezTo>
                    <a:pt x="3400" y="7030"/>
                    <a:pt x="2766" y="6396"/>
                    <a:pt x="2766" y="5647"/>
                  </a:cubicBezTo>
                  <a:cubicBezTo>
                    <a:pt x="2766" y="4841"/>
                    <a:pt x="3400" y="4207"/>
                    <a:pt x="4207" y="4207"/>
                  </a:cubicBezTo>
                  <a:lnTo>
                    <a:pt x="6972" y="4207"/>
                  </a:lnTo>
                  <a:cubicBezTo>
                    <a:pt x="7779" y="4207"/>
                    <a:pt x="8413" y="4841"/>
                    <a:pt x="8413" y="5647"/>
                  </a:cubicBezTo>
                  <a:lnTo>
                    <a:pt x="11178" y="5647"/>
                  </a:lnTo>
                  <a:cubicBezTo>
                    <a:pt x="11178" y="3285"/>
                    <a:pt x="9335" y="1441"/>
                    <a:pt x="6972" y="1441"/>
                  </a:cubicBezTo>
                  <a:lnTo>
                    <a:pt x="6972" y="1"/>
                  </a:lnTo>
                  <a:close/>
                </a:path>
              </a:pathLst>
            </a:custGeom>
            <a:solidFill>
              <a:srgbClr val="3B29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1"/>
          <p:cNvSpPr txBox="1">
            <a:spLocks noGrp="1"/>
          </p:cNvSpPr>
          <p:nvPr>
            <p:ph type="title"/>
          </p:nvPr>
        </p:nvSpPr>
        <p:spPr>
          <a:xfrm>
            <a:off x="508736" y="190449"/>
            <a:ext cx="7976162" cy="32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Marketing va Rivojlantirish Strategiyalari</a:t>
            </a:r>
            <a:endParaRPr sz="2400"/>
          </a:p>
        </p:txBody>
      </p:sp>
      <p:sp>
        <p:nvSpPr>
          <p:cNvPr id="352" name="Google Shape;352;p21"/>
          <p:cNvSpPr txBox="1"/>
          <p:nvPr/>
        </p:nvSpPr>
        <p:spPr>
          <a:xfrm>
            <a:off x="77525" y="1733499"/>
            <a:ext cx="2914346" cy="273724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Universitetda kofe do'koni ochish uchun biznes reja tuzish muhim. Bu reja uchun harajatlar va xarajatlar hisob-kitoblari aniqlanadi.</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
        <p:nvSpPr>
          <p:cNvPr id="353" name="Google Shape;353;p21"/>
          <p:cNvSpPr txBox="1"/>
          <p:nvPr/>
        </p:nvSpPr>
        <p:spPr>
          <a:xfrm>
            <a:off x="6169430" y="730575"/>
            <a:ext cx="2853385" cy="2128781"/>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Harajatlar turlariga joy rental, asbob-uskunalar va mahsulot xarid qilish, lizing va qonuniy ruxsatnomalar kiradi. Bular uchun mablag' ajratiladi.</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
        <p:nvSpPr>
          <p:cNvPr id="354" name="Google Shape;354;p21"/>
          <p:cNvSpPr txBox="1"/>
          <p:nvPr/>
        </p:nvSpPr>
        <p:spPr>
          <a:xfrm>
            <a:off x="5795256" y="3250556"/>
            <a:ext cx="3227559" cy="1773136"/>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Reja muvaffaqiyatli amalga oshishi uchun marketing strategiyasini ishlab chiqish, bozorni tahlil qilish va to'g'ri resurslarni taqsimlash zarur bo'ladi.</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grpSp>
        <p:nvGrpSpPr>
          <p:cNvPr id="355" name="Google Shape;355;p21"/>
          <p:cNvGrpSpPr/>
          <p:nvPr/>
        </p:nvGrpSpPr>
        <p:grpSpPr>
          <a:xfrm>
            <a:off x="2743200" y="1344157"/>
            <a:ext cx="3426246" cy="2886320"/>
            <a:chOff x="2750987" y="1215974"/>
            <a:chExt cx="3642026" cy="2951274"/>
          </a:xfrm>
        </p:grpSpPr>
        <p:sp>
          <p:nvSpPr>
            <p:cNvPr id="356" name="Google Shape;356;p21"/>
            <p:cNvSpPr/>
            <p:nvPr/>
          </p:nvSpPr>
          <p:spPr>
            <a:xfrm>
              <a:off x="3165436" y="1215974"/>
              <a:ext cx="3227559" cy="2951274"/>
            </a:xfrm>
            <a:custGeom>
              <a:avLst/>
              <a:gdLst/>
              <a:ahLst/>
              <a:cxnLst/>
              <a:rect l="l" t="t" r="r" b="b"/>
              <a:pathLst>
                <a:path w="130196" h="119063" extrusionOk="0">
                  <a:moveTo>
                    <a:pt x="59532" y="0"/>
                  </a:moveTo>
                  <a:cubicBezTo>
                    <a:pt x="26659" y="0"/>
                    <a:pt x="1" y="26647"/>
                    <a:pt x="1" y="59532"/>
                  </a:cubicBezTo>
                  <a:cubicBezTo>
                    <a:pt x="1" y="92405"/>
                    <a:pt x="26659" y="119063"/>
                    <a:pt x="59532" y="119063"/>
                  </a:cubicBezTo>
                  <a:cubicBezTo>
                    <a:pt x="92405" y="119063"/>
                    <a:pt x="119063" y="92405"/>
                    <a:pt x="119063" y="59532"/>
                  </a:cubicBezTo>
                  <a:cubicBezTo>
                    <a:pt x="119063" y="45411"/>
                    <a:pt x="114146" y="32433"/>
                    <a:pt x="105930" y="22229"/>
                  </a:cubicBezTo>
                  <a:lnTo>
                    <a:pt x="119075" y="22229"/>
                  </a:lnTo>
                  <a:cubicBezTo>
                    <a:pt x="125195" y="22229"/>
                    <a:pt x="130195" y="17229"/>
                    <a:pt x="130195" y="11109"/>
                  </a:cubicBezTo>
                  <a:cubicBezTo>
                    <a:pt x="130195" y="5001"/>
                    <a:pt x="125195" y="0"/>
                    <a:pt x="119075" y="0"/>
                  </a:cubicBezTo>
                  <a:lnTo>
                    <a:pt x="62044" y="0"/>
                  </a:lnTo>
                  <a:cubicBezTo>
                    <a:pt x="61794" y="0"/>
                    <a:pt x="61544" y="12"/>
                    <a:pt x="61294" y="24"/>
                  </a:cubicBezTo>
                  <a:cubicBezTo>
                    <a:pt x="60711" y="12"/>
                    <a:pt x="60115" y="0"/>
                    <a:pt x="5953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7" name="Google Shape;357;p21"/>
            <p:cNvSpPr/>
            <p:nvPr/>
          </p:nvSpPr>
          <p:spPr>
            <a:xfrm>
              <a:off x="5930275" y="1298894"/>
              <a:ext cx="379287" cy="379249"/>
            </a:xfrm>
            <a:custGeom>
              <a:avLst/>
              <a:gdLst/>
              <a:ahLst/>
              <a:cxnLst/>
              <a:rect l="l" t="t" r="r" b="b"/>
              <a:pathLst>
                <a:path w="15300" h="15300" extrusionOk="0">
                  <a:moveTo>
                    <a:pt x="7644" y="0"/>
                  </a:moveTo>
                  <a:cubicBezTo>
                    <a:pt x="3429" y="0"/>
                    <a:pt x="0" y="3429"/>
                    <a:pt x="0" y="7644"/>
                  </a:cubicBezTo>
                  <a:cubicBezTo>
                    <a:pt x="0" y="11871"/>
                    <a:pt x="3429" y="15300"/>
                    <a:pt x="7644" y="15300"/>
                  </a:cubicBezTo>
                  <a:cubicBezTo>
                    <a:pt x="11871" y="15300"/>
                    <a:pt x="15300" y="11871"/>
                    <a:pt x="15300" y="7644"/>
                  </a:cubicBezTo>
                  <a:cubicBezTo>
                    <a:pt x="15300" y="3429"/>
                    <a:pt x="11871" y="0"/>
                    <a:pt x="7644"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accent4"/>
                  </a:solidFill>
                  <a:latin typeface="Bebas Neue" panose="020B0606020202050201"/>
                  <a:ea typeface="Bebas Neue" panose="020B0606020202050201"/>
                  <a:cs typeface="Bebas Neue" panose="020B0606020202050201"/>
                  <a:sym typeface="Bebas Neue" panose="020B0606020202050201"/>
                </a:rPr>
                <a:t>D</a:t>
              </a:r>
              <a:endParaRPr sz="2300" b="0" i="0" u="none" strike="noStrike" cap="none">
                <a:solidFill>
                  <a:schemeClr val="accent4"/>
                </a:solidFill>
                <a:latin typeface="Bebas Neue" panose="020B0606020202050201"/>
                <a:ea typeface="Bebas Neue" panose="020B0606020202050201"/>
                <a:cs typeface="Bebas Neue" panose="020B0606020202050201"/>
                <a:sym typeface="Bebas Neue" panose="020B0606020202050201"/>
              </a:endParaRPr>
            </a:p>
          </p:txBody>
        </p:sp>
        <p:sp>
          <p:nvSpPr>
            <p:cNvPr id="358" name="Google Shape;358;p21"/>
            <p:cNvSpPr/>
            <p:nvPr/>
          </p:nvSpPr>
          <p:spPr>
            <a:xfrm>
              <a:off x="2750987" y="1530266"/>
              <a:ext cx="3028978" cy="2300025"/>
            </a:xfrm>
            <a:custGeom>
              <a:avLst/>
              <a:gdLst/>
              <a:ahLst/>
              <a:cxnLst/>
              <a:rect l="l" t="t" r="r" b="b"/>
              <a:pathLst>
                <a:path w="121147" h="92001" extrusionOk="0">
                  <a:moveTo>
                    <a:pt x="75153" y="1"/>
                  </a:moveTo>
                  <a:cubicBezTo>
                    <a:pt x="61270" y="1"/>
                    <a:pt x="48816" y="6156"/>
                    <a:pt x="40387" y="15884"/>
                  </a:cubicBezTo>
                  <a:lnTo>
                    <a:pt x="11121" y="15884"/>
                  </a:lnTo>
                  <a:cubicBezTo>
                    <a:pt x="5013" y="15884"/>
                    <a:pt x="1" y="20884"/>
                    <a:pt x="1" y="27004"/>
                  </a:cubicBezTo>
                  <a:cubicBezTo>
                    <a:pt x="1" y="33112"/>
                    <a:pt x="5013" y="38113"/>
                    <a:pt x="11121" y="38113"/>
                  </a:cubicBezTo>
                  <a:lnTo>
                    <a:pt x="29826" y="38113"/>
                  </a:lnTo>
                  <a:cubicBezTo>
                    <a:pt x="29385" y="40684"/>
                    <a:pt x="29147" y="43316"/>
                    <a:pt x="29147" y="46007"/>
                  </a:cubicBezTo>
                  <a:cubicBezTo>
                    <a:pt x="29147" y="71403"/>
                    <a:pt x="49745" y="92000"/>
                    <a:pt x="75153" y="92000"/>
                  </a:cubicBezTo>
                  <a:cubicBezTo>
                    <a:pt x="100561" y="92000"/>
                    <a:pt x="121147" y="71403"/>
                    <a:pt x="121147" y="46007"/>
                  </a:cubicBezTo>
                  <a:cubicBezTo>
                    <a:pt x="121147" y="20599"/>
                    <a:pt x="100561" y="1"/>
                    <a:pt x="7515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9" name="Google Shape;359;p21"/>
            <p:cNvSpPr/>
            <p:nvPr/>
          </p:nvSpPr>
          <p:spPr>
            <a:xfrm>
              <a:off x="2860531" y="2035859"/>
              <a:ext cx="379287" cy="378976"/>
            </a:xfrm>
            <a:custGeom>
              <a:avLst/>
              <a:gdLst/>
              <a:ahLst/>
              <a:cxnLst/>
              <a:rect l="l" t="t" r="r" b="b"/>
              <a:pathLst>
                <a:path w="15300" h="15289" extrusionOk="0">
                  <a:moveTo>
                    <a:pt x="7656" y="1"/>
                  </a:moveTo>
                  <a:cubicBezTo>
                    <a:pt x="3429" y="1"/>
                    <a:pt x="0" y="3418"/>
                    <a:pt x="0" y="7645"/>
                  </a:cubicBezTo>
                  <a:cubicBezTo>
                    <a:pt x="0" y="11871"/>
                    <a:pt x="3429" y="15289"/>
                    <a:pt x="7656" y="15289"/>
                  </a:cubicBezTo>
                  <a:cubicBezTo>
                    <a:pt x="11871" y="15289"/>
                    <a:pt x="15300" y="11871"/>
                    <a:pt x="15300" y="7645"/>
                  </a:cubicBezTo>
                  <a:cubicBezTo>
                    <a:pt x="15300" y="3418"/>
                    <a:pt x="11871" y="1"/>
                    <a:pt x="765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accent2"/>
                  </a:solidFill>
                  <a:latin typeface="Fira Sans Extra Condensed Medium" panose="020B0603050000020004"/>
                  <a:ea typeface="Fira Sans Extra Condensed Medium" panose="020B0603050000020004"/>
                  <a:cs typeface="Fira Sans Extra Condensed Medium" panose="020B0603050000020004"/>
                  <a:sym typeface="Fira Sans Extra Condensed Medium" panose="020B0603050000020004"/>
                </a:rPr>
                <a:t>B   </a:t>
              </a:r>
              <a:endParaRPr sz="2300" b="0" i="0" u="none" strike="noStrike" cap="none">
                <a:solidFill>
                  <a:schemeClr val="accent2"/>
                </a:solidFill>
                <a:latin typeface="Arial" panose="020B0604020202020204"/>
                <a:ea typeface="Arial" panose="020B0604020202020204"/>
                <a:cs typeface="Arial" panose="020B0604020202020204"/>
                <a:sym typeface="Arial" panose="020B0604020202020204"/>
              </a:endParaRPr>
            </a:p>
          </p:txBody>
        </p:sp>
        <p:sp>
          <p:nvSpPr>
            <p:cNvPr id="360" name="Google Shape;360;p21"/>
            <p:cNvSpPr/>
            <p:nvPr/>
          </p:nvSpPr>
          <p:spPr>
            <a:xfrm>
              <a:off x="3627664" y="1678158"/>
              <a:ext cx="2765349" cy="2026948"/>
            </a:xfrm>
            <a:custGeom>
              <a:avLst/>
              <a:gdLst/>
              <a:ahLst/>
              <a:cxnLst/>
              <a:rect l="l" t="t" r="r" b="b"/>
              <a:pathLst>
                <a:path w="111551" h="81773" extrusionOk="0">
                  <a:moveTo>
                    <a:pt x="40887" y="1"/>
                  </a:moveTo>
                  <a:cubicBezTo>
                    <a:pt x="18301" y="1"/>
                    <a:pt x="1" y="18300"/>
                    <a:pt x="1" y="40887"/>
                  </a:cubicBezTo>
                  <a:cubicBezTo>
                    <a:pt x="1" y="63461"/>
                    <a:pt x="18301" y="81773"/>
                    <a:pt x="40887" y="81773"/>
                  </a:cubicBezTo>
                  <a:cubicBezTo>
                    <a:pt x="55341" y="81773"/>
                    <a:pt x="68045" y="74272"/>
                    <a:pt x="75320" y="62937"/>
                  </a:cubicBezTo>
                  <a:lnTo>
                    <a:pt x="100430" y="62937"/>
                  </a:lnTo>
                  <a:cubicBezTo>
                    <a:pt x="106550" y="62937"/>
                    <a:pt x="111550" y="57936"/>
                    <a:pt x="111550" y="51828"/>
                  </a:cubicBezTo>
                  <a:cubicBezTo>
                    <a:pt x="111550" y="45709"/>
                    <a:pt x="106550" y="40708"/>
                    <a:pt x="100430" y="40708"/>
                  </a:cubicBezTo>
                  <a:lnTo>
                    <a:pt x="81773" y="40708"/>
                  </a:lnTo>
                  <a:cubicBezTo>
                    <a:pt x="81678" y="18205"/>
                    <a:pt x="63413" y="1"/>
                    <a:pt x="4088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1" name="Google Shape;361;p21"/>
            <p:cNvSpPr/>
            <p:nvPr/>
          </p:nvSpPr>
          <p:spPr>
            <a:xfrm>
              <a:off x="5930275" y="2763977"/>
              <a:ext cx="379287" cy="378976"/>
            </a:xfrm>
            <a:custGeom>
              <a:avLst/>
              <a:gdLst/>
              <a:ahLst/>
              <a:cxnLst/>
              <a:rect l="l" t="t" r="r" b="b"/>
              <a:pathLst>
                <a:path w="15300" h="15289" extrusionOk="0">
                  <a:moveTo>
                    <a:pt x="7644" y="1"/>
                  </a:moveTo>
                  <a:cubicBezTo>
                    <a:pt x="3429" y="1"/>
                    <a:pt x="0" y="3418"/>
                    <a:pt x="0" y="7644"/>
                  </a:cubicBezTo>
                  <a:cubicBezTo>
                    <a:pt x="0" y="11871"/>
                    <a:pt x="3429" y="15288"/>
                    <a:pt x="7644" y="15288"/>
                  </a:cubicBezTo>
                  <a:cubicBezTo>
                    <a:pt x="11871" y="15288"/>
                    <a:pt x="15300" y="11871"/>
                    <a:pt x="15300" y="7644"/>
                  </a:cubicBezTo>
                  <a:cubicBezTo>
                    <a:pt x="15300" y="3418"/>
                    <a:pt x="11871" y="1"/>
                    <a:pt x="764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accent1"/>
                  </a:solidFill>
                  <a:latin typeface="Bebas Neue" panose="020B0606020202050201"/>
                  <a:ea typeface="Bebas Neue" panose="020B0606020202050201"/>
                  <a:cs typeface="Bebas Neue" panose="020B0606020202050201"/>
                  <a:sym typeface="Bebas Neue" panose="020B0606020202050201"/>
                </a:rPr>
                <a:t>A</a:t>
              </a:r>
              <a:endParaRPr sz="2300" b="0" i="0" u="none" strike="noStrike" cap="none">
                <a:solidFill>
                  <a:schemeClr val="accent1"/>
                </a:solidFill>
                <a:latin typeface="Bebas Neue" panose="020B0606020202050201"/>
                <a:ea typeface="Bebas Neue" panose="020B0606020202050201"/>
                <a:cs typeface="Bebas Neue" panose="020B0606020202050201"/>
                <a:sym typeface="Bebas Neue" panose="020B0606020202050201"/>
              </a:endParaRPr>
            </a:p>
          </p:txBody>
        </p:sp>
        <p:sp>
          <p:nvSpPr>
            <p:cNvPr id="362" name="Google Shape;362;p21"/>
            <p:cNvSpPr/>
            <p:nvPr/>
          </p:nvSpPr>
          <p:spPr>
            <a:xfrm>
              <a:off x="3864418" y="1914568"/>
              <a:ext cx="1553713" cy="1553854"/>
            </a:xfrm>
            <a:custGeom>
              <a:avLst/>
              <a:gdLst/>
              <a:ahLst/>
              <a:cxnLst/>
              <a:rect l="l" t="t" r="r" b="b"/>
              <a:pathLst>
                <a:path w="62675" h="62687" extrusionOk="0">
                  <a:moveTo>
                    <a:pt x="62675" y="31350"/>
                  </a:moveTo>
                  <a:cubicBezTo>
                    <a:pt x="62675" y="48649"/>
                    <a:pt x="48649" y="62687"/>
                    <a:pt x="31338" y="62687"/>
                  </a:cubicBezTo>
                  <a:cubicBezTo>
                    <a:pt x="14026" y="62687"/>
                    <a:pt x="1" y="48649"/>
                    <a:pt x="1" y="31350"/>
                  </a:cubicBezTo>
                  <a:cubicBezTo>
                    <a:pt x="1" y="14038"/>
                    <a:pt x="14026" y="0"/>
                    <a:pt x="31338" y="0"/>
                  </a:cubicBezTo>
                  <a:cubicBezTo>
                    <a:pt x="48649" y="0"/>
                    <a:pt x="62675" y="14038"/>
                    <a:pt x="62675" y="31350"/>
                  </a:cubicBezTo>
                  <a:close/>
                </a:path>
              </a:pathLst>
            </a:custGeom>
            <a:solidFill>
              <a:srgbClr val="FFFFFF"/>
            </a:solidFill>
            <a:ln w="152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63" name="Google Shape;363;p21"/>
            <p:cNvGrpSpPr/>
            <p:nvPr/>
          </p:nvGrpSpPr>
          <p:grpSpPr>
            <a:xfrm flipH="1">
              <a:off x="4308061" y="2080930"/>
              <a:ext cx="666426" cy="1221131"/>
              <a:chOff x="4306854" y="2013498"/>
              <a:chExt cx="666426" cy="1221131"/>
            </a:xfrm>
          </p:grpSpPr>
          <p:sp>
            <p:nvSpPr>
              <p:cNvPr id="364" name="Google Shape;364;p21"/>
              <p:cNvSpPr/>
              <p:nvPr/>
            </p:nvSpPr>
            <p:spPr>
              <a:xfrm flipH="1">
                <a:off x="4306854" y="2013498"/>
                <a:ext cx="666426" cy="1221131"/>
              </a:xfrm>
              <a:custGeom>
                <a:avLst/>
                <a:gdLst/>
                <a:ahLst/>
                <a:cxnLst/>
                <a:rect l="l" t="t" r="r" b="b"/>
                <a:pathLst>
                  <a:path w="40463" h="74154" extrusionOk="0">
                    <a:moveTo>
                      <a:pt x="3369" y="1"/>
                    </a:moveTo>
                    <a:cubicBezTo>
                      <a:pt x="1668" y="1"/>
                      <a:pt x="267" y="1368"/>
                      <a:pt x="267" y="3103"/>
                    </a:cubicBezTo>
                    <a:lnTo>
                      <a:pt x="34" y="70918"/>
                    </a:lnTo>
                    <a:cubicBezTo>
                      <a:pt x="0" y="72653"/>
                      <a:pt x="1401" y="74054"/>
                      <a:pt x="3136" y="74054"/>
                    </a:cubicBezTo>
                    <a:lnTo>
                      <a:pt x="37093" y="74154"/>
                    </a:lnTo>
                    <a:cubicBezTo>
                      <a:pt x="38795" y="74154"/>
                      <a:pt x="40196" y="72786"/>
                      <a:pt x="40229" y="71051"/>
                    </a:cubicBezTo>
                    <a:lnTo>
                      <a:pt x="40462" y="3236"/>
                    </a:lnTo>
                    <a:cubicBezTo>
                      <a:pt x="40462" y="1502"/>
                      <a:pt x="39061" y="101"/>
                      <a:pt x="37327" y="101"/>
                    </a:cubicBezTo>
                    <a:lnTo>
                      <a:pt x="336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5" name="Google Shape;365;p21"/>
              <p:cNvSpPr/>
              <p:nvPr/>
            </p:nvSpPr>
            <p:spPr>
              <a:xfrm>
                <a:off x="4307397" y="2114587"/>
                <a:ext cx="665339" cy="920105"/>
              </a:xfrm>
              <a:custGeom>
                <a:avLst/>
                <a:gdLst/>
                <a:ahLst/>
                <a:cxnLst/>
                <a:rect l="l" t="t" r="r" b="b"/>
                <a:pathLst>
                  <a:path w="40397" h="55874" extrusionOk="0">
                    <a:moveTo>
                      <a:pt x="201" y="0"/>
                    </a:moveTo>
                    <a:lnTo>
                      <a:pt x="1" y="55740"/>
                    </a:lnTo>
                    <a:lnTo>
                      <a:pt x="40196" y="55874"/>
                    </a:lnTo>
                    <a:lnTo>
                      <a:pt x="40396" y="134"/>
                    </a:lnTo>
                    <a:lnTo>
                      <a:pt x="201"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66" name="Google Shape;366;p21"/>
              <p:cNvGrpSpPr/>
              <p:nvPr/>
            </p:nvGrpSpPr>
            <p:grpSpPr>
              <a:xfrm>
                <a:off x="4397201" y="2357355"/>
                <a:ext cx="481830" cy="434569"/>
                <a:chOff x="4368926" y="2349391"/>
                <a:chExt cx="481830" cy="434569"/>
              </a:xfrm>
            </p:grpSpPr>
            <p:sp>
              <p:nvSpPr>
                <p:cNvPr id="367" name="Google Shape;367;p21"/>
                <p:cNvSpPr/>
                <p:nvPr/>
              </p:nvSpPr>
              <p:spPr>
                <a:xfrm>
                  <a:off x="4368926" y="2349391"/>
                  <a:ext cx="481830" cy="346081"/>
                </a:xfrm>
                <a:custGeom>
                  <a:avLst/>
                  <a:gdLst/>
                  <a:ahLst/>
                  <a:cxnLst/>
                  <a:rect l="l" t="t" r="r" b="b"/>
                  <a:pathLst>
                    <a:path w="29255" h="21016" extrusionOk="0">
                      <a:moveTo>
                        <a:pt x="27387" y="7639"/>
                      </a:moveTo>
                      <a:lnTo>
                        <a:pt x="24385" y="19415"/>
                      </a:lnTo>
                      <a:lnTo>
                        <a:pt x="8173" y="19415"/>
                      </a:lnTo>
                      <a:lnTo>
                        <a:pt x="6505" y="7639"/>
                      </a:lnTo>
                      <a:close/>
                      <a:moveTo>
                        <a:pt x="2903" y="1"/>
                      </a:moveTo>
                      <a:cubicBezTo>
                        <a:pt x="1302" y="1"/>
                        <a:pt x="1" y="1302"/>
                        <a:pt x="1" y="2869"/>
                      </a:cubicBezTo>
                      <a:lnTo>
                        <a:pt x="1" y="4737"/>
                      </a:lnTo>
                      <a:cubicBezTo>
                        <a:pt x="1" y="5171"/>
                        <a:pt x="368" y="5538"/>
                        <a:pt x="801" y="5538"/>
                      </a:cubicBezTo>
                      <a:cubicBezTo>
                        <a:pt x="1268" y="5538"/>
                        <a:pt x="1602" y="5171"/>
                        <a:pt x="1602" y="4737"/>
                      </a:cubicBezTo>
                      <a:lnTo>
                        <a:pt x="1602" y="2869"/>
                      </a:lnTo>
                      <a:cubicBezTo>
                        <a:pt x="1602" y="2169"/>
                        <a:pt x="2202" y="1602"/>
                        <a:pt x="2903" y="1602"/>
                      </a:cubicBezTo>
                      <a:cubicBezTo>
                        <a:pt x="3503" y="1602"/>
                        <a:pt x="4070" y="2069"/>
                        <a:pt x="4170" y="2703"/>
                      </a:cubicBezTo>
                      <a:lnTo>
                        <a:pt x="6672" y="20315"/>
                      </a:lnTo>
                      <a:cubicBezTo>
                        <a:pt x="6739" y="20715"/>
                        <a:pt x="7072" y="21016"/>
                        <a:pt x="7473" y="21016"/>
                      </a:cubicBezTo>
                      <a:lnTo>
                        <a:pt x="25018" y="21016"/>
                      </a:lnTo>
                      <a:cubicBezTo>
                        <a:pt x="25385" y="21016"/>
                        <a:pt x="25686" y="20749"/>
                        <a:pt x="25786" y="20382"/>
                      </a:cubicBezTo>
                      <a:lnTo>
                        <a:pt x="29188" y="7039"/>
                      </a:lnTo>
                      <a:cubicBezTo>
                        <a:pt x="29255" y="6805"/>
                        <a:pt x="29188" y="6539"/>
                        <a:pt x="29055" y="6338"/>
                      </a:cubicBezTo>
                      <a:cubicBezTo>
                        <a:pt x="28888" y="6138"/>
                        <a:pt x="28654" y="6038"/>
                        <a:pt x="28421" y="6038"/>
                      </a:cubicBezTo>
                      <a:lnTo>
                        <a:pt x="6272" y="6038"/>
                      </a:lnTo>
                      <a:lnTo>
                        <a:pt x="5738" y="2469"/>
                      </a:lnTo>
                      <a:cubicBezTo>
                        <a:pt x="5538" y="1068"/>
                        <a:pt x="4304" y="1"/>
                        <a:pt x="2903"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8" name="Google Shape;368;p21"/>
                <p:cNvSpPr/>
                <p:nvPr/>
              </p:nvSpPr>
              <p:spPr>
                <a:xfrm>
                  <a:off x="4557365" y="2451534"/>
                  <a:ext cx="51106" cy="243950"/>
                </a:xfrm>
                <a:custGeom>
                  <a:avLst/>
                  <a:gdLst/>
                  <a:ahLst/>
                  <a:cxnLst/>
                  <a:rect l="l" t="t" r="r" b="b"/>
                  <a:pathLst>
                    <a:path w="3103" h="14814" extrusionOk="0">
                      <a:moveTo>
                        <a:pt x="798" y="1"/>
                      </a:moveTo>
                      <a:cubicBezTo>
                        <a:pt x="777" y="1"/>
                        <a:pt x="756" y="2"/>
                        <a:pt x="734" y="3"/>
                      </a:cubicBezTo>
                      <a:cubicBezTo>
                        <a:pt x="300" y="70"/>
                        <a:pt x="0" y="470"/>
                        <a:pt x="33" y="904"/>
                      </a:cubicBezTo>
                      <a:lnTo>
                        <a:pt x="1468" y="14080"/>
                      </a:lnTo>
                      <a:cubicBezTo>
                        <a:pt x="1501" y="14513"/>
                        <a:pt x="1868" y="14814"/>
                        <a:pt x="2268" y="14814"/>
                      </a:cubicBezTo>
                      <a:lnTo>
                        <a:pt x="2368" y="14814"/>
                      </a:lnTo>
                      <a:cubicBezTo>
                        <a:pt x="2802" y="14747"/>
                        <a:pt x="3102" y="14347"/>
                        <a:pt x="3069" y="13913"/>
                      </a:cubicBezTo>
                      <a:lnTo>
                        <a:pt x="1635" y="737"/>
                      </a:lnTo>
                      <a:cubicBezTo>
                        <a:pt x="1603" y="323"/>
                        <a:pt x="1237" y="1"/>
                        <a:pt x="79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9" name="Google Shape;369;p21"/>
                <p:cNvSpPr/>
                <p:nvPr/>
              </p:nvSpPr>
              <p:spPr>
                <a:xfrm>
                  <a:off x="4678215" y="2451534"/>
                  <a:ext cx="48372" cy="243950"/>
                </a:xfrm>
                <a:custGeom>
                  <a:avLst/>
                  <a:gdLst/>
                  <a:ahLst/>
                  <a:cxnLst/>
                  <a:rect l="l" t="t" r="r" b="b"/>
                  <a:pathLst>
                    <a:path w="2937" h="14814" extrusionOk="0">
                      <a:moveTo>
                        <a:pt x="2109" y="1"/>
                      </a:moveTo>
                      <a:cubicBezTo>
                        <a:pt x="1699" y="1"/>
                        <a:pt x="1333" y="323"/>
                        <a:pt x="1302" y="737"/>
                      </a:cubicBezTo>
                      <a:lnTo>
                        <a:pt x="34" y="13913"/>
                      </a:lnTo>
                      <a:cubicBezTo>
                        <a:pt x="1" y="14380"/>
                        <a:pt x="334" y="14747"/>
                        <a:pt x="768" y="14814"/>
                      </a:cubicBezTo>
                      <a:lnTo>
                        <a:pt x="835" y="14814"/>
                      </a:lnTo>
                      <a:cubicBezTo>
                        <a:pt x="1235" y="14814"/>
                        <a:pt x="1602" y="14480"/>
                        <a:pt x="1635" y="14080"/>
                      </a:cubicBezTo>
                      <a:lnTo>
                        <a:pt x="2903" y="904"/>
                      </a:lnTo>
                      <a:cubicBezTo>
                        <a:pt x="2936" y="437"/>
                        <a:pt x="2603" y="70"/>
                        <a:pt x="2169" y="3"/>
                      </a:cubicBezTo>
                      <a:cubicBezTo>
                        <a:pt x="2149" y="2"/>
                        <a:pt x="2129" y="1"/>
                        <a:pt x="2109"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0" name="Google Shape;370;p21"/>
                <p:cNvSpPr/>
                <p:nvPr/>
              </p:nvSpPr>
              <p:spPr>
                <a:xfrm>
                  <a:off x="4470556" y="2522451"/>
                  <a:ext cx="349428" cy="26381"/>
                </a:xfrm>
                <a:custGeom>
                  <a:avLst/>
                  <a:gdLst/>
                  <a:ahLst/>
                  <a:cxnLst/>
                  <a:rect l="l" t="t" r="r" b="b"/>
                  <a:pathLst>
                    <a:path w="21216" h="1602" extrusionOk="0">
                      <a:moveTo>
                        <a:pt x="801" y="0"/>
                      </a:moveTo>
                      <a:cubicBezTo>
                        <a:pt x="334" y="0"/>
                        <a:pt x="1" y="367"/>
                        <a:pt x="1" y="801"/>
                      </a:cubicBezTo>
                      <a:cubicBezTo>
                        <a:pt x="1" y="1268"/>
                        <a:pt x="334" y="1601"/>
                        <a:pt x="801" y="1601"/>
                      </a:cubicBezTo>
                      <a:lnTo>
                        <a:pt x="20415" y="1601"/>
                      </a:lnTo>
                      <a:cubicBezTo>
                        <a:pt x="20849" y="1601"/>
                        <a:pt x="21216" y="1268"/>
                        <a:pt x="21216" y="801"/>
                      </a:cubicBezTo>
                      <a:cubicBezTo>
                        <a:pt x="21216" y="367"/>
                        <a:pt x="20849" y="0"/>
                        <a:pt x="20415"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1" name="Google Shape;371;p21"/>
                <p:cNvSpPr/>
                <p:nvPr/>
              </p:nvSpPr>
              <p:spPr>
                <a:xfrm>
                  <a:off x="4479351" y="2593863"/>
                  <a:ext cx="331854" cy="26381"/>
                </a:xfrm>
                <a:custGeom>
                  <a:avLst/>
                  <a:gdLst/>
                  <a:ahLst/>
                  <a:cxnLst/>
                  <a:rect l="l" t="t" r="r" b="b"/>
                  <a:pathLst>
                    <a:path w="20149" h="1602" extrusionOk="0">
                      <a:moveTo>
                        <a:pt x="801" y="1"/>
                      </a:moveTo>
                      <a:cubicBezTo>
                        <a:pt x="367" y="1"/>
                        <a:pt x="0" y="334"/>
                        <a:pt x="0" y="801"/>
                      </a:cubicBezTo>
                      <a:cubicBezTo>
                        <a:pt x="0" y="1235"/>
                        <a:pt x="367" y="1602"/>
                        <a:pt x="801" y="1602"/>
                      </a:cubicBezTo>
                      <a:lnTo>
                        <a:pt x="19348" y="1602"/>
                      </a:lnTo>
                      <a:cubicBezTo>
                        <a:pt x="19781" y="1602"/>
                        <a:pt x="20148" y="1235"/>
                        <a:pt x="20148" y="801"/>
                      </a:cubicBezTo>
                      <a:cubicBezTo>
                        <a:pt x="20148" y="334"/>
                        <a:pt x="19781" y="1"/>
                        <a:pt x="1934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2" name="Google Shape;372;p21"/>
                <p:cNvSpPr/>
                <p:nvPr/>
              </p:nvSpPr>
              <p:spPr>
                <a:xfrm>
                  <a:off x="4528247" y="2708687"/>
                  <a:ext cx="75284" cy="75273"/>
                </a:xfrm>
                <a:custGeom>
                  <a:avLst/>
                  <a:gdLst/>
                  <a:ahLst/>
                  <a:cxnLst/>
                  <a:rect l="l" t="t" r="r" b="b"/>
                  <a:pathLst>
                    <a:path w="4571" h="4571" extrusionOk="0">
                      <a:moveTo>
                        <a:pt x="2302" y="1601"/>
                      </a:moveTo>
                      <a:cubicBezTo>
                        <a:pt x="2669" y="1601"/>
                        <a:pt x="2969" y="1902"/>
                        <a:pt x="2969" y="2269"/>
                      </a:cubicBezTo>
                      <a:cubicBezTo>
                        <a:pt x="2969" y="2635"/>
                        <a:pt x="2669" y="2936"/>
                        <a:pt x="2302" y="2936"/>
                      </a:cubicBezTo>
                      <a:cubicBezTo>
                        <a:pt x="1935" y="2936"/>
                        <a:pt x="1635" y="2635"/>
                        <a:pt x="1635" y="2269"/>
                      </a:cubicBezTo>
                      <a:cubicBezTo>
                        <a:pt x="1635" y="1902"/>
                        <a:pt x="1935" y="1601"/>
                        <a:pt x="2302" y="1601"/>
                      </a:cubicBezTo>
                      <a:close/>
                      <a:moveTo>
                        <a:pt x="2302" y="0"/>
                      </a:moveTo>
                      <a:cubicBezTo>
                        <a:pt x="1034" y="0"/>
                        <a:pt x="0" y="1034"/>
                        <a:pt x="0" y="2269"/>
                      </a:cubicBezTo>
                      <a:cubicBezTo>
                        <a:pt x="0" y="3536"/>
                        <a:pt x="1034" y="4570"/>
                        <a:pt x="2302" y="4570"/>
                      </a:cubicBezTo>
                      <a:cubicBezTo>
                        <a:pt x="3536" y="4570"/>
                        <a:pt x="4570" y="3536"/>
                        <a:pt x="4570" y="2269"/>
                      </a:cubicBezTo>
                      <a:cubicBezTo>
                        <a:pt x="4570" y="1034"/>
                        <a:pt x="3536" y="0"/>
                        <a:pt x="2302"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3" name="Google Shape;373;p21"/>
                <p:cNvSpPr/>
                <p:nvPr/>
              </p:nvSpPr>
              <p:spPr>
                <a:xfrm>
                  <a:off x="4680965" y="2708687"/>
                  <a:ext cx="75284" cy="75273"/>
                </a:xfrm>
                <a:custGeom>
                  <a:avLst/>
                  <a:gdLst/>
                  <a:ahLst/>
                  <a:cxnLst/>
                  <a:rect l="l" t="t" r="r" b="b"/>
                  <a:pathLst>
                    <a:path w="4571" h="4571" extrusionOk="0">
                      <a:moveTo>
                        <a:pt x="2269" y="1601"/>
                      </a:moveTo>
                      <a:cubicBezTo>
                        <a:pt x="2636" y="1601"/>
                        <a:pt x="2936" y="1902"/>
                        <a:pt x="2936" y="2269"/>
                      </a:cubicBezTo>
                      <a:cubicBezTo>
                        <a:pt x="2936" y="2635"/>
                        <a:pt x="2636" y="2936"/>
                        <a:pt x="2269" y="2936"/>
                      </a:cubicBezTo>
                      <a:cubicBezTo>
                        <a:pt x="1902" y="2936"/>
                        <a:pt x="1602" y="2635"/>
                        <a:pt x="1602" y="2269"/>
                      </a:cubicBezTo>
                      <a:cubicBezTo>
                        <a:pt x="1602" y="1902"/>
                        <a:pt x="1902" y="1601"/>
                        <a:pt x="2269" y="1601"/>
                      </a:cubicBezTo>
                      <a:close/>
                      <a:moveTo>
                        <a:pt x="2269" y="0"/>
                      </a:moveTo>
                      <a:cubicBezTo>
                        <a:pt x="1035" y="0"/>
                        <a:pt x="0" y="1034"/>
                        <a:pt x="0" y="2269"/>
                      </a:cubicBezTo>
                      <a:cubicBezTo>
                        <a:pt x="0" y="3536"/>
                        <a:pt x="1035" y="4570"/>
                        <a:pt x="2269" y="4570"/>
                      </a:cubicBezTo>
                      <a:cubicBezTo>
                        <a:pt x="3536" y="4570"/>
                        <a:pt x="4570" y="3536"/>
                        <a:pt x="4537" y="2269"/>
                      </a:cubicBezTo>
                      <a:cubicBezTo>
                        <a:pt x="4537" y="1034"/>
                        <a:pt x="3536" y="0"/>
                        <a:pt x="226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74" name="Google Shape;374;p21"/>
              <p:cNvSpPr/>
              <p:nvPr/>
            </p:nvSpPr>
            <p:spPr>
              <a:xfrm>
                <a:off x="4554054" y="2055808"/>
                <a:ext cx="181318" cy="14837"/>
              </a:xfrm>
              <a:custGeom>
                <a:avLst/>
                <a:gdLst/>
                <a:ahLst/>
                <a:cxnLst/>
                <a:rect l="l" t="t" r="r" b="b"/>
                <a:pathLst>
                  <a:path w="11009" h="901" extrusionOk="0">
                    <a:moveTo>
                      <a:pt x="401" y="0"/>
                    </a:moveTo>
                    <a:cubicBezTo>
                      <a:pt x="168" y="0"/>
                      <a:pt x="1" y="200"/>
                      <a:pt x="1" y="434"/>
                    </a:cubicBezTo>
                    <a:cubicBezTo>
                      <a:pt x="1" y="667"/>
                      <a:pt x="168" y="867"/>
                      <a:pt x="401" y="867"/>
                    </a:cubicBezTo>
                    <a:lnTo>
                      <a:pt x="10575" y="901"/>
                    </a:lnTo>
                    <a:cubicBezTo>
                      <a:pt x="10809" y="901"/>
                      <a:pt x="11009" y="701"/>
                      <a:pt x="11009" y="467"/>
                    </a:cubicBezTo>
                    <a:cubicBezTo>
                      <a:pt x="11009" y="234"/>
                      <a:pt x="10809" y="67"/>
                      <a:pt x="10575" y="33"/>
                    </a:cubicBezTo>
                    <a:lnTo>
                      <a:pt x="401"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5" name="Google Shape;375;p21"/>
              <p:cNvSpPr/>
              <p:nvPr/>
            </p:nvSpPr>
            <p:spPr>
              <a:xfrm>
                <a:off x="4572187" y="3068277"/>
                <a:ext cx="131875" cy="131328"/>
              </a:xfrm>
              <a:custGeom>
                <a:avLst/>
                <a:gdLst/>
                <a:ahLst/>
                <a:cxnLst/>
                <a:rect l="l" t="t" r="r" b="b"/>
                <a:pathLst>
                  <a:path w="8007" h="7975" extrusionOk="0">
                    <a:moveTo>
                      <a:pt x="3977" y="1"/>
                    </a:moveTo>
                    <a:cubicBezTo>
                      <a:pt x="1803" y="1"/>
                      <a:pt x="34" y="1789"/>
                      <a:pt x="1" y="3971"/>
                    </a:cubicBezTo>
                    <a:cubicBezTo>
                      <a:pt x="1" y="6173"/>
                      <a:pt x="1802" y="7974"/>
                      <a:pt x="4004" y="7974"/>
                    </a:cubicBezTo>
                    <a:cubicBezTo>
                      <a:pt x="4024" y="7974"/>
                      <a:pt x="4044" y="7974"/>
                      <a:pt x="4064" y="7974"/>
                    </a:cubicBezTo>
                    <a:cubicBezTo>
                      <a:pt x="6238" y="7974"/>
                      <a:pt x="8006" y="6186"/>
                      <a:pt x="8006" y="4004"/>
                    </a:cubicBezTo>
                    <a:cubicBezTo>
                      <a:pt x="8006" y="1803"/>
                      <a:pt x="6239" y="1"/>
                      <a:pt x="4037" y="1"/>
                    </a:cubicBezTo>
                    <a:cubicBezTo>
                      <a:pt x="4017" y="1"/>
                      <a:pt x="3997" y="1"/>
                      <a:pt x="3977" y="1"/>
                    </a:cubicBezTo>
                    <a:close/>
                  </a:path>
                </a:pathLst>
              </a:custGeom>
              <a:solidFill>
                <a:srgbClr val="C9D6D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6" name="Google Shape;376;p21"/>
              <p:cNvSpPr/>
              <p:nvPr/>
            </p:nvSpPr>
            <p:spPr>
              <a:xfrm>
                <a:off x="4572187" y="3068277"/>
                <a:ext cx="131875" cy="131328"/>
              </a:xfrm>
              <a:custGeom>
                <a:avLst/>
                <a:gdLst/>
                <a:ahLst/>
                <a:cxnLst/>
                <a:rect l="l" t="t" r="r" b="b"/>
                <a:pathLst>
                  <a:path w="8007" h="7975" extrusionOk="0">
                    <a:moveTo>
                      <a:pt x="3977" y="1"/>
                    </a:moveTo>
                    <a:cubicBezTo>
                      <a:pt x="1803" y="1"/>
                      <a:pt x="34" y="1789"/>
                      <a:pt x="1" y="3971"/>
                    </a:cubicBezTo>
                    <a:cubicBezTo>
                      <a:pt x="1" y="6173"/>
                      <a:pt x="1802" y="7974"/>
                      <a:pt x="4004" y="7974"/>
                    </a:cubicBezTo>
                    <a:cubicBezTo>
                      <a:pt x="4024" y="7974"/>
                      <a:pt x="4044" y="7974"/>
                      <a:pt x="4064" y="7974"/>
                    </a:cubicBezTo>
                    <a:cubicBezTo>
                      <a:pt x="6238" y="7974"/>
                      <a:pt x="8006" y="6186"/>
                      <a:pt x="8006" y="4004"/>
                    </a:cubicBezTo>
                    <a:cubicBezTo>
                      <a:pt x="8006" y="1803"/>
                      <a:pt x="6239" y="1"/>
                      <a:pt x="4037" y="1"/>
                    </a:cubicBezTo>
                    <a:cubicBezTo>
                      <a:pt x="4017" y="1"/>
                      <a:pt x="3997" y="1"/>
                      <a:pt x="3977"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77" name="Google Shape;377;p21"/>
              <p:cNvSpPr/>
              <p:nvPr/>
            </p:nvSpPr>
            <p:spPr>
              <a:xfrm>
                <a:off x="4588672" y="3084220"/>
                <a:ext cx="99462" cy="98904"/>
              </a:xfrm>
              <a:custGeom>
                <a:avLst/>
                <a:gdLst/>
                <a:ahLst/>
                <a:cxnLst/>
                <a:rect l="l" t="t" r="r" b="b"/>
                <a:pathLst>
                  <a:path w="6039" h="6006" extrusionOk="0">
                    <a:moveTo>
                      <a:pt x="3036" y="1"/>
                    </a:moveTo>
                    <a:cubicBezTo>
                      <a:pt x="1368" y="1"/>
                      <a:pt x="0" y="1335"/>
                      <a:pt x="0" y="3003"/>
                    </a:cubicBezTo>
                    <a:cubicBezTo>
                      <a:pt x="0" y="4671"/>
                      <a:pt x="1335" y="6005"/>
                      <a:pt x="3003" y="6005"/>
                    </a:cubicBezTo>
                    <a:cubicBezTo>
                      <a:pt x="3023" y="6006"/>
                      <a:pt x="3043" y="6006"/>
                      <a:pt x="3064" y="6006"/>
                    </a:cubicBezTo>
                    <a:cubicBezTo>
                      <a:pt x="4703" y="6006"/>
                      <a:pt x="6005" y="4684"/>
                      <a:pt x="6005" y="3036"/>
                    </a:cubicBezTo>
                    <a:cubicBezTo>
                      <a:pt x="6038" y="1368"/>
                      <a:pt x="4670" y="34"/>
                      <a:pt x="303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2"/>
          <p:cNvSpPr txBox="1">
            <a:spLocks noGrp="1"/>
          </p:cNvSpPr>
          <p:nvPr>
            <p:ph type="title"/>
          </p:nvPr>
        </p:nvSpPr>
        <p:spPr>
          <a:xfrm>
            <a:off x="521497" y="308589"/>
            <a:ext cx="8056276" cy="321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Yakuniy Tavsiyalar va Ma'lumotlar</a:t>
            </a:r>
            <a:endParaRPr lang="en-GB" sz="1200"/>
          </a:p>
        </p:txBody>
      </p:sp>
      <p:sp>
        <p:nvSpPr>
          <p:cNvPr id="383" name="Google Shape;383;p22"/>
          <p:cNvSpPr/>
          <p:nvPr/>
        </p:nvSpPr>
        <p:spPr>
          <a:xfrm>
            <a:off x="7860274" y="2636340"/>
            <a:ext cx="826500" cy="873300"/>
          </a:xfrm>
          <a:prstGeom prst="roundRect">
            <a:avLst>
              <a:gd name="adj" fmla="val 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4" name="Google Shape;384;p22"/>
          <p:cNvSpPr/>
          <p:nvPr/>
        </p:nvSpPr>
        <p:spPr>
          <a:xfrm>
            <a:off x="7860274" y="3924898"/>
            <a:ext cx="826500" cy="873300"/>
          </a:xfrm>
          <a:prstGeom prst="roundRect">
            <a:avLst>
              <a:gd name="adj" fmla="val 0"/>
            </a:avLst>
          </a:pr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5" name="Google Shape;385;p22"/>
          <p:cNvSpPr/>
          <p:nvPr/>
        </p:nvSpPr>
        <p:spPr>
          <a:xfrm>
            <a:off x="1306027" y="2563826"/>
            <a:ext cx="6258554" cy="1001850"/>
          </a:xfrm>
          <a:custGeom>
            <a:avLst/>
            <a:gdLst/>
            <a:ahLst/>
            <a:cxnLst/>
            <a:rect l="l" t="t" r="r" b="b"/>
            <a:pathLst>
              <a:path w="203884" h="28552" extrusionOk="0">
                <a:moveTo>
                  <a:pt x="1" y="0"/>
                </a:moveTo>
                <a:lnTo>
                  <a:pt x="1" y="28552"/>
                </a:lnTo>
                <a:lnTo>
                  <a:pt x="203883" y="28552"/>
                </a:lnTo>
                <a:lnTo>
                  <a:pt x="203883" y="0"/>
                </a:lnTo>
                <a:close/>
              </a:path>
            </a:pathLst>
          </a:cu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6" name="Google Shape;386;p22"/>
          <p:cNvSpPr/>
          <p:nvPr/>
        </p:nvSpPr>
        <p:spPr>
          <a:xfrm>
            <a:off x="1282272" y="3865680"/>
            <a:ext cx="6282307" cy="1022839"/>
          </a:xfrm>
          <a:custGeom>
            <a:avLst/>
            <a:gdLst/>
            <a:ahLst/>
            <a:cxnLst/>
            <a:rect l="l" t="t" r="r" b="b"/>
            <a:pathLst>
              <a:path w="203884" h="28552" extrusionOk="0">
                <a:moveTo>
                  <a:pt x="1" y="0"/>
                </a:moveTo>
                <a:lnTo>
                  <a:pt x="1" y="28552"/>
                </a:lnTo>
                <a:lnTo>
                  <a:pt x="203883" y="28552"/>
                </a:lnTo>
                <a:lnTo>
                  <a:pt x="203883" y="0"/>
                </a:lnTo>
                <a:close/>
              </a:path>
            </a:pathLst>
          </a:custGeom>
          <a:no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7" name="Google Shape;387;p22"/>
          <p:cNvSpPr/>
          <p:nvPr/>
        </p:nvSpPr>
        <p:spPr>
          <a:xfrm>
            <a:off x="1306027" y="1180738"/>
            <a:ext cx="6258554" cy="1170576"/>
          </a:xfrm>
          <a:custGeom>
            <a:avLst/>
            <a:gdLst/>
            <a:ahLst/>
            <a:cxnLst/>
            <a:rect l="l" t="t" r="r" b="b"/>
            <a:pathLst>
              <a:path w="203884" h="28552" extrusionOk="0">
                <a:moveTo>
                  <a:pt x="1" y="0"/>
                </a:moveTo>
                <a:lnTo>
                  <a:pt x="1" y="28552"/>
                </a:lnTo>
                <a:lnTo>
                  <a:pt x="203883" y="28552"/>
                </a:lnTo>
                <a:lnTo>
                  <a:pt x="203883" y="0"/>
                </a:ln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8" name="Google Shape;388;p22"/>
          <p:cNvSpPr txBox="1"/>
          <p:nvPr/>
        </p:nvSpPr>
        <p:spPr>
          <a:xfrm>
            <a:off x="1324184" y="1159626"/>
            <a:ext cx="6216641" cy="1170576"/>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Universitetda kofe do'koni ochish uchun biznes reja tuzish muhim, bu xarajatlar va foyda hisob-kitoblarni aniq belgilash imkonini beradi. Talaba Kuziboyev Ulug'bek tayyorlangan tavsiyalar asosida rejalashtirish lozim. Bu jarayon muvaffaqiyatli biznes uchun asosiy bosqichlardan biri bo'lib, ehtiyojlarni va imkoniyatlarni aniqlashga yordam beradi.</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
        <p:nvSpPr>
          <p:cNvPr id="389" name="Google Shape;389;p22"/>
          <p:cNvSpPr/>
          <p:nvPr/>
        </p:nvSpPr>
        <p:spPr>
          <a:xfrm>
            <a:off x="7837973" y="1289253"/>
            <a:ext cx="826500" cy="873300"/>
          </a:xfrm>
          <a:prstGeom prst="roundRect">
            <a:avLst>
              <a:gd name="adj" fmla="val 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0" name="Google Shape;390;p22"/>
          <p:cNvSpPr txBox="1">
            <a:spLocks noGrp="1"/>
          </p:cNvSpPr>
          <p:nvPr>
            <p:ph type="title"/>
          </p:nvPr>
        </p:nvSpPr>
        <p:spPr>
          <a:xfrm>
            <a:off x="7947063" y="1536114"/>
            <a:ext cx="6531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01</a:t>
            </a:r>
            <a:endParaRPr sz="1700"/>
          </a:p>
        </p:txBody>
      </p:sp>
      <p:sp>
        <p:nvSpPr>
          <p:cNvPr id="391" name="Google Shape;391;p22"/>
          <p:cNvSpPr txBox="1">
            <a:spLocks noGrp="1"/>
          </p:cNvSpPr>
          <p:nvPr>
            <p:ph type="title"/>
          </p:nvPr>
        </p:nvSpPr>
        <p:spPr>
          <a:xfrm>
            <a:off x="7947063" y="2855951"/>
            <a:ext cx="6531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02</a:t>
            </a:r>
            <a:endParaRPr sz="1700"/>
          </a:p>
        </p:txBody>
      </p:sp>
      <p:sp>
        <p:nvSpPr>
          <p:cNvPr id="392" name="Google Shape;392;p22"/>
          <p:cNvSpPr txBox="1">
            <a:spLocks noGrp="1"/>
          </p:cNvSpPr>
          <p:nvPr>
            <p:ph type="title"/>
          </p:nvPr>
        </p:nvSpPr>
        <p:spPr>
          <a:xfrm>
            <a:off x="7924673" y="4130718"/>
            <a:ext cx="653100" cy="417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1200"/>
              <a:t>03</a:t>
            </a:r>
            <a:endParaRPr sz="1700"/>
          </a:p>
        </p:txBody>
      </p:sp>
      <p:sp>
        <p:nvSpPr>
          <p:cNvPr id="393" name="Google Shape;393;p22"/>
          <p:cNvSpPr/>
          <p:nvPr/>
        </p:nvSpPr>
        <p:spPr>
          <a:xfrm>
            <a:off x="293326" y="1353349"/>
            <a:ext cx="826500" cy="8733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4" name="Google Shape;394;p22"/>
          <p:cNvSpPr/>
          <p:nvPr/>
        </p:nvSpPr>
        <p:spPr>
          <a:xfrm>
            <a:off x="306796" y="3940450"/>
            <a:ext cx="826500" cy="873300"/>
          </a:xfrm>
          <a:prstGeom prst="roundRect">
            <a:avLst>
              <a:gd name="adj" fmla="val 0"/>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5" name="Google Shape;395;p22"/>
          <p:cNvSpPr/>
          <p:nvPr/>
        </p:nvSpPr>
        <p:spPr>
          <a:xfrm>
            <a:off x="306796" y="2571750"/>
            <a:ext cx="826500" cy="873300"/>
          </a:xfrm>
          <a:prstGeom prst="roundRect">
            <a:avLst>
              <a:gd name="adj" fmla="val 0"/>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6" name="Google Shape;396;p22"/>
          <p:cNvSpPr txBox="1"/>
          <p:nvPr/>
        </p:nvSpPr>
        <p:spPr>
          <a:xfrm>
            <a:off x="1306027" y="2578260"/>
            <a:ext cx="6234799" cy="98394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Reja ishlab chiqishda boshlang'ich sarmoya, ijara, marketing va mahsulot xarajatlarini hisobga olish kerak. Harajatlar va daromadlarni to'g'ri rejalashtirish orqali biznes xavfsizligini ta'minlash mumkin. Bu shuningdek, kelajakdagi rivojlanish va kengaytirish uchun yaxshi strategiya bo'ladi.</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sp>
        <p:nvSpPr>
          <p:cNvPr id="397" name="Google Shape;397;p22"/>
          <p:cNvSpPr txBox="1"/>
          <p:nvPr/>
        </p:nvSpPr>
        <p:spPr>
          <a:xfrm>
            <a:off x="1282272" y="3860624"/>
            <a:ext cx="6258554" cy="100184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panose="020B0604020202020204"/>
              <a:buNone/>
            </a:pPr>
            <a:r>
              <a:rPr lang="en-GB" sz="1200" b="0" i="0" u="none" strike="noStrike" cap="none">
                <a:solidFill>
                  <a:schemeClr val="dk1"/>
                </a:solidFill>
                <a:latin typeface="Roboto" panose="02000000000000000000"/>
                <a:ea typeface="Roboto" panose="02000000000000000000"/>
                <a:cs typeface="Roboto" panose="02000000000000000000"/>
                <a:sym typeface="Roboto" panose="02000000000000000000"/>
              </a:rPr>
              <a:t>Talaba Kuziboyev Ulug'bek tomonidan taqdim etilgan tavsiyalarni inobatga olib, samarali biznes rejasini yaratish muhimdir. Bu yordam bilan barqaror va rentabellik kofe do'koni ochish mumkin. Yakuniy ma'lumotlar va hisob-kitoblar muvaffaqiyatga erishishda asqotadi.</a:t>
            </a:r>
            <a:endParaRPr sz="1100" b="0" i="0" u="none" strike="noStrike" cap="none">
              <a:solidFill>
                <a:schemeClr val="dk1"/>
              </a:solidFill>
              <a:latin typeface="Roboto" panose="02000000000000000000"/>
              <a:ea typeface="Roboto" panose="02000000000000000000"/>
              <a:cs typeface="Roboto" panose="02000000000000000000"/>
              <a:sym typeface="Roboto" panose="02000000000000000000"/>
            </a:endParaRPr>
          </a:p>
        </p:txBody>
      </p:sp>
      <p:grpSp>
        <p:nvGrpSpPr>
          <p:cNvPr id="398" name="Google Shape;398;p22"/>
          <p:cNvGrpSpPr/>
          <p:nvPr/>
        </p:nvGrpSpPr>
        <p:grpSpPr>
          <a:xfrm>
            <a:off x="543837" y="1544744"/>
            <a:ext cx="369594" cy="490510"/>
            <a:chOff x="3342275" y="2615925"/>
            <a:chExt cx="339700" cy="483150"/>
          </a:xfrm>
        </p:grpSpPr>
        <p:sp>
          <p:nvSpPr>
            <p:cNvPr id="399" name="Google Shape;399;p22"/>
            <p:cNvSpPr/>
            <p:nvPr/>
          </p:nvSpPr>
          <p:spPr>
            <a:xfrm>
              <a:off x="3342275" y="2615925"/>
              <a:ext cx="339700" cy="483150"/>
            </a:xfrm>
            <a:custGeom>
              <a:avLst/>
              <a:gdLst/>
              <a:ahLst/>
              <a:cxnLst/>
              <a:rect l="l" t="t" r="r" b="b"/>
              <a:pathLst>
                <a:path w="13588" h="19326" extrusionOk="0">
                  <a:moveTo>
                    <a:pt x="11891" y="1133"/>
                  </a:moveTo>
                  <a:cubicBezTo>
                    <a:pt x="12202" y="1133"/>
                    <a:pt x="12455" y="1387"/>
                    <a:pt x="12455" y="1701"/>
                  </a:cubicBezTo>
                  <a:lnTo>
                    <a:pt x="12455" y="2265"/>
                  </a:lnTo>
                  <a:lnTo>
                    <a:pt x="1132" y="2265"/>
                  </a:lnTo>
                  <a:lnTo>
                    <a:pt x="1132" y="1701"/>
                  </a:lnTo>
                  <a:cubicBezTo>
                    <a:pt x="1132" y="1387"/>
                    <a:pt x="1386" y="1133"/>
                    <a:pt x="1700" y="1133"/>
                  </a:cubicBezTo>
                  <a:close/>
                  <a:moveTo>
                    <a:pt x="12455" y="3398"/>
                  </a:moveTo>
                  <a:lnTo>
                    <a:pt x="12455" y="14796"/>
                  </a:lnTo>
                  <a:lnTo>
                    <a:pt x="1132" y="14796"/>
                  </a:lnTo>
                  <a:lnTo>
                    <a:pt x="1132" y="3398"/>
                  </a:lnTo>
                  <a:close/>
                  <a:moveTo>
                    <a:pt x="12455" y="15928"/>
                  </a:moveTo>
                  <a:lnTo>
                    <a:pt x="12455" y="17628"/>
                  </a:lnTo>
                  <a:cubicBezTo>
                    <a:pt x="12455" y="17939"/>
                    <a:pt x="12202" y="18193"/>
                    <a:pt x="11891" y="18193"/>
                  </a:cubicBezTo>
                  <a:lnTo>
                    <a:pt x="1700" y="18193"/>
                  </a:lnTo>
                  <a:cubicBezTo>
                    <a:pt x="1386" y="18193"/>
                    <a:pt x="1132" y="17939"/>
                    <a:pt x="1132" y="17628"/>
                  </a:cubicBezTo>
                  <a:lnTo>
                    <a:pt x="1132" y="15928"/>
                  </a:lnTo>
                  <a:close/>
                  <a:moveTo>
                    <a:pt x="1700" y="1"/>
                  </a:moveTo>
                  <a:cubicBezTo>
                    <a:pt x="761" y="1"/>
                    <a:pt x="0" y="762"/>
                    <a:pt x="0" y="1701"/>
                  </a:cubicBezTo>
                  <a:lnTo>
                    <a:pt x="0" y="17628"/>
                  </a:lnTo>
                  <a:cubicBezTo>
                    <a:pt x="0" y="18564"/>
                    <a:pt x="761" y="19325"/>
                    <a:pt x="1700" y="19325"/>
                  </a:cubicBezTo>
                  <a:lnTo>
                    <a:pt x="11891" y="19325"/>
                  </a:lnTo>
                  <a:cubicBezTo>
                    <a:pt x="12827" y="19325"/>
                    <a:pt x="13588" y="18564"/>
                    <a:pt x="13588" y="17628"/>
                  </a:cubicBezTo>
                  <a:lnTo>
                    <a:pt x="13588" y="1701"/>
                  </a:lnTo>
                  <a:cubicBezTo>
                    <a:pt x="13588" y="762"/>
                    <a:pt x="12827" y="1"/>
                    <a:pt x="1189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435D74"/>
                </a:solidFill>
                <a:latin typeface="Arial" panose="020B0604020202020204"/>
                <a:ea typeface="Arial" panose="020B0604020202020204"/>
                <a:cs typeface="Arial" panose="020B0604020202020204"/>
                <a:sym typeface="Arial" panose="020B0604020202020204"/>
              </a:endParaRPr>
            </a:p>
          </p:txBody>
        </p:sp>
        <p:sp>
          <p:nvSpPr>
            <p:cNvPr id="400" name="Google Shape;400;p22"/>
            <p:cNvSpPr/>
            <p:nvPr/>
          </p:nvSpPr>
          <p:spPr>
            <a:xfrm>
              <a:off x="3461600" y="3030200"/>
              <a:ext cx="101025" cy="28325"/>
            </a:xfrm>
            <a:custGeom>
              <a:avLst/>
              <a:gdLst/>
              <a:ahLst/>
              <a:cxnLst/>
              <a:rect l="l" t="t" r="r" b="b"/>
              <a:pathLst>
                <a:path w="4041" h="1133" extrusionOk="0">
                  <a:moveTo>
                    <a:pt x="568" y="1"/>
                  </a:moveTo>
                  <a:cubicBezTo>
                    <a:pt x="254" y="1"/>
                    <a:pt x="1" y="251"/>
                    <a:pt x="1" y="565"/>
                  </a:cubicBezTo>
                  <a:cubicBezTo>
                    <a:pt x="1" y="879"/>
                    <a:pt x="254" y="1133"/>
                    <a:pt x="568" y="1133"/>
                  </a:cubicBezTo>
                  <a:lnTo>
                    <a:pt x="3473" y="1133"/>
                  </a:lnTo>
                  <a:cubicBezTo>
                    <a:pt x="3787" y="1133"/>
                    <a:pt x="4041" y="879"/>
                    <a:pt x="4041" y="565"/>
                  </a:cubicBezTo>
                  <a:cubicBezTo>
                    <a:pt x="4041" y="251"/>
                    <a:pt x="3787" y="1"/>
                    <a:pt x="347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435D74"/>
                </a:solidFill>
                <a:latin typeface="Arial" panose="020B0604020202020204"/>
                <a:ea typeface="Arial" panose="020B0604020202020204"/>
                <a:cs typeface="Arial" panose="020B0604020202020204"/>
                <a:sym typeface="Arial" panose="020B0604020202020204"/>
              </a:endParaRPr>
            </a:p>
          </p:txBody>
        </p:sp>
      </p:grpSp>
      <p:sp>
        <p:nvSpPr>
          <p:cNvPr id="401" name="Google Shape;401;p22"/>
          <p:cNvSpPr/>
          <p:nvPr/>
        </p:nvSpPr>
        <p:spPr>
          <a:xfrm>
            <a:off x="476776" y="4130718"/>
            <a:ext cx="525667" cy="492764"/>
          </a:xfrm>
          <a:custGeom>
            <a:avLst/>
            <a:gdLst/>
            <a:ahLst/>
            <a:cxnLst/>
            <a:rect l="l" t="t" r="r" b="b"/>
            <a:pathLst>
              <a:path w="19326" h="18118" extrusionOk="0">
                <a:moveTo>
                  <a:pt x="17628" y="6794"/>
                </a:moveTo>
                <a:cubicBezTo>
                  <a:pt x="17939" y="6794"/>
                  <a:pt x="18193" y="7048"/>
                  <a:pt x="18193" y="7362"/>
                </a:cubicBezTo>
                <a:lnTo>
                  <a:pt x="18193" y="7927"/>
                </a:lnTo>
                <a:lnTo>
                  <a:pt x="12532" y="7927"/>
                </a:lnTo>
                <a:lnTo>
                  <a:pt x="12532" y="7362"/>
                </a:lnTo>
                <a:cubicBezTo>
                  <a:pt x="12532" y="7048"/>
                  <a:pt x="12785" y="6794"/>
                  <a:pt x="13099" y="6794"/>
                </a:cubicBezTo>
                <a:close/>
                <a:moveTo>
                  <a:pt x="17628" y="1133"/>
                </a:moveTo>
                <a:cubicBezTo>
                  <a:pt x="17939" y="1133"/>
                  <a:pt x="18193" y="1387"/>
                  <a:pt x="18193" y="1701"/>
                </a:cubicBezTo>
                <a:lnTo>
                  <a:pt x="18193" y="5759"/>
                </a:lnTo>
                <a:cubicBezTo>
                  <a:pt x="18012" y="5695"/>
                  <a:pt x="17819" y="5662"/>
                  <a:pt x="17628" y="5662"/>
                </a:cubicBezTo>
                <a:lnTo>
                  <a:pt x="13099" y="5662"/>
                </a:lnTo>
                <a:cubicBezTo>
                  <a:pt x="12160" y="5662"/>
                  <a:pt x="11399" y="6423"/>
                  <a:pt x="11399" y="7362"/>
                </a:cubicBezTo>
                <a:lnTo>
                  <a:pt x="11399" y="11324"/>
                </a:lnTo>
                <a:lnTo>
                  <a:pt x="1133" y="11324"/>
                </a:lnTo>
                <a:lnTo>
                  <a:pt x="1133" y="1701"/>
                </a:lnTo>
                <a:cubicBezTo>
                  <a:pt x="1133" y="1387"/>
                  <a:pt x="1387" y="1133"/>
                  <a:pt x="1701" y="1133"/>
                </a:cubicBezTo>
                <a:close/>
                <a:moveTo>
                  <a:pt x="11399" y="12456"/>
                </a:moveTo>
                <a:lnTo>
                  <a:pt x="11399" y="13588"/>
                </a:lnTo>
                <a:lnTo>
                  <a:pt x="1701" y="13588"/>
                </a:lnTo>
                <a:cubicBezTo>
                  <a:pt x="1387" y="13588"/>
                  <a:pt x="1133" y="13335"/>
                  <a:pt x="1133" y="13024"/>
                </a:cubicBezTo>
                <a:lnTo>
                  <a:pt x="1133" y="12456"/>
                </a:lnTo>
                <a:close/>
                <a:moveTo>
                  <a:pt x="18193" y="9059"/>
                </a:moveTo>
                <a:lnTo>
                  <a:pt x="18193" y="14720"/>
                </a:lnTo>
                <a:lnTo>
                  <a:pt x="12532" y="14720"/>
                </a:lnTo>
                <a:lnTo>
                  <a:pt x="12532" y="9059"/>
                </a:lnTo>
                <a:close/>
                <a:moveTo>
                  <a:pt x="11399" y="14720"/>
                </a:moveTo>
                <a:lnTo>
                  <a:pt x="11399" y="16420"/>
                </a:lnTo>
                <a:cubicBezTo>
                  <a:pt x="11399" y="16611"/>
                  <a:pt x="11432" y="16804"/>
                  <a:pt x="11496" y="16985"/>
                </a:cubicBezTo>
                <a:lnTo>
                  <a:pt x="7051" y="16985"/>
                </a:lnTo>
                <a:lnTo>
                  <a:pt x="7806" y="14720"/>
                </a:lnTo>
                <a:close/>
                <a:moveTo>
                  <a:pt x="18193" y="15853"/>
                </a:moveTo>
                <a:lnTo>
                  <a:pt x="18193" y="16420"/>
                </a:lnTo>
                <a:cubicBezTo>
                  <a:pt x="18193" y="16731"/>
                  <a:pt x="17939" y="16985"/>
                  <a:pt x="17628" y="16985"/>
                </a:cubicBezTo>
                <a:lnTo>
                  <a:pt x="13099" y="16985"/>
                </a:lnTo>
                <a:cubicBezTo>
                  <a:pt x="12785" y="16985"/>
                  <a:pt x="12532" y="16731"/>
                  <a:pt x="12532" y="16420"/>
                </a:cubicBezTo>
                <a:lnTo>
                  <a:pt x="12532" y="15853"/>
                </a:lnTo>
                <a:close/>
                <a:moveTo>
                  <a:pt x="1701" y="1"/>
                </a:moveTo>
                <a:cubicBezTo>
                  <a:pt x="762" y="1"/>
                  <a:pt x="1" y="762"/>
                  <a:pt x="1" y="1701"/>
                </a:cubicBezTo>
                <a:lnTo>
                  <a:pt x="1" y="13024"/>
                </a:lnTo>
                <a:cubicBezTo>
                  <a:pt x="1" y="13960"/>
                  <a:pt x="762" y="14720"/>
                  <a:pt x="1701" y="14720"/>
                </a:cubicBezTo>
                <a:lnTo>
                  <a:pt x="6613" y="14720"/>
                </a:lnTo>
                <a:lnTo>
                  <a:pt x="5859" y="16985"/>
                </a:lnTo>
                <a:lnTo>
                  <a:pt x="4002" y="16985"/>
                </a:lnTo>
                <a:cubicBezTo>
                  <a:pt x="3688" y="16985"/>
                  <a:pt x="3437" y="17239"/>
                  <a:pt x="3437" y="17553"/>
                </a:cubicBezTo>
                <a:cubicBezTo>
                  <a:pt x="3437" y="17864"/>
                  <a:pt x="3688" y="18117"/>
                  <a:pt x="4002" y="18117"/>
                </a:cubicBezTo>
                <a:lnTo>
                  <a:pt x="17628" y="18117"/>
                </a:lnTo>
                <a:cubicBezTo>
                  <a:pt x="18564" y="18117"/>
                  <a:pt x="19325" y="17356"/>
                  <a:pt x="19325" y="16420"/>
                </a:cubicBezTo>
                <a:lnTo>
                  <a:pt x="19325" y="1701"/>
                </a:lnTo>
                <a:cubicBezTo>
                  <a:pt x="19325" y="762"/>
                  <a:pt x="18564" y="1"/>
                  <a:pt x="1762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435D74"/>
              </a:solidFill>
              <a:latin typeface="Arial" panose="020B0604020202020204"/>
              <a:ea typeface="Arial" panose="020B0604020202020204"/>
              <a:cs typeface="Arial" panose="020B0604020202020204"/>
              <a:sym typeface="Arial" panose="020B0604020202020204"/>
            </a:endParaRPr>
          </a:p>
        </p:txBody>
      </p:sp>
      <p:sp>
        <p:nvSpPr>
          <p:cNvPr id="402" name="Google Shape;402;p22"/>
          <p:cNvSpPr/>
          <p:nvPr/>
        </p:nvSpPr>
        <p:spPr>
          <a:xfrm>
            <a:off x="476776" y="2780859"/>
            <a:ext cx="525667" cy="454908"/>
          </a:xfrm>
          <a:custGeom>
            <a:avLst/>
            <a:gdLst/>
            <a:ahLst/>
            <a:cxnLst/>
            <a:rect l="l" t="t" r="r" b="b"/>
            <a:pathLst>
              <a:path w="19326" h="18118" extrusionOk="0">
                <a:moveTo>
                  <a:pt x="17628" y="1133"/>
                </a:moveTo>
                <a:cubicBezTo>
                  <a:pt x="17939" y="1133"/>
                  <a:pt x="18193" y="1387"/>
                  <a:pt x="18193" y="1701"/>
                </a:cubicBezTo>
                <a:lnTo>
                  <a:pt x="18193" y="11324"/>
                </a:lnTo>
                <a:lnTo>
                  <a:pt x="1133" y="11324"/>
                </a:lnTo>
                <a:lnTo>
                  <a:pt x="1133" y="1701"/>
                </a:lnTo>
                <a:cubicBezTo>
                  <a:pt x="1133" y="1387"/>
                  <a:pt x="1387" y="1133"/>
                  <a:pt x="1701" y="1133"/>
                </a:cubicBezTo>
                <a:close/>
                <a:moveTo>
                  <a:pt x="18193" y="12456"/>
                </a:moveTo>
                <a:lnTo>
                  <a:pt x="18193" y="13024"/>
                </a:lnTo>
                <a:cubicBezTo>
                  <a:pt x="18193" y="13335"/>
                  <a:pt x="17939" y="13588"/>
                  <a:pt x="17628" y="13588"/>
                </a:cubicBezTo>
                <a:lnTo>
                  <a:pt x="1701" y="13588"/>
                </a:lnTo>
                <a:cubicBezTo>
                  <a:pt x="1387" y="13588"/>
                  <a:pt x="1133" y="13335"/>
                  <a:pt x="1133" y="13024"/>
                </a:cubicBezTo>
                <a:lnTo>
                  <a:pt x="1133" y="12456"/>
                </a:lnTo>
                <a:close/>
                <a:moveTo>
                  <a:pt x="11520" y="14720"/>
                </a:moveTo>
                <a:lnTo>
                  <a:pt x="12275" y="16985"/>
                </a:lnTo>
                <a:lnTo>
                  <a:pt x="7051" y="16985"/>
                </a:lnTo>
                <a:lnTo>
                  <a:pt x="7806" y="14720"/>
                </a:lnTo>
                <a:close/>
                <a:moveTo>
                  <a:pt x="1701" y="1"/>
                </a:moveTo>
                <a:cubicBezTo>
                  <a:pt x="762" y="1"/>
                  <a:pt x="1" y="762"/>
                  <a:pt x="1" y="1701"/>
                </a:cubicBezTo>
                <a:lnTo>
                  <a:pt x="1" y="13024"/>
                </a:lnTo>
                <a:cubicBezTo>
                  <a:pt x="1" y="13960"/>
                  <a:pt x="762" y="14720"/>
                  <a:pt x="1701" y="14720"/>
                </a:cubicBezTo>
                <a:lnTo>
                  <a:pt x="6614" y="14720"/>
                </a:lnTo>
                <a:lnTo>
                  <a:pt x="5859" y="16985"/>
                </a:lnTo>
                <a:lnTo>
                  <a:pt x="4002" y="16985"/>
                </a:lnTo>
                <a:cubicBezTo>
                  <a:pt x="3688" y="16985"/>
                  <a:pt x="3437" y="17239"/>
                  <a:pt x="3437" y="17553"/>
                </a:cubicBezTo>
                <a:cubicBezTo>
                  <a:pt x="3437" y="17864"/>
                  <a:pt x="3688" y="18117"/>
                  <a:pt x="4002" y="18117"/>
                </a:cubicBezTo>
                <a:lnTo>
                  <a:pt x="15325" y="18117"/>
                </a:lnTo>
                <a:cubicBezTo>
                  <a:pt x="15639" y="18117"/>
                  <a:pt x="15889" y="17864"/>
                  <a:pt x="15889" y="17553"/>
                </a:cubicBezTo>
                <a:cubicBezTo>
                  <a:pt x="15889" y="17239"/>
                  <a:pt x="15639" y="16985"/>
                  <a:pt x="15325" y="16985"/>
                </a:cubicBezTo>
                <a:lnTo>
                  <a:pt x="13468" y="16985"/>
                </a:lnTo>
                <a:lnTo>
                  <a:pt x="12713" y="14720"/>
                </a:lnTo>
                <a:lnTo>
                  <a:pt x="17628" y="14720"/>
                </a:lnTo>
                <a:cubicBezTo>
                  <a:pt x="18565" y="14720"/>
                  <a:pt x="19325" y="13960"/>
                  <a:pt x="19325" y="13024"/>
                </a:cubicBezTo>
                <a:lnTo>
                  <a:pt x="19325" y="1701"/>
                </a:lnTo>
                <a:cubicBezTo>
                  <a:pt x="19325" y="762"/>
                  <a:pt x="18565" y="1"/>
                  <a:pt x="1762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435D74"/>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idx="1"/>
          </p:nvPr>
        </p:nvSpPr>
        <p:spPr>
          <a:xfrm>
            <a:off x="1026942" y="703385"/>
            <a:ext cx="3284658" cy="3865490"/>
          </a:xfrm>
        </p:spPr>
        <p:txBody>
          <a:bodyPr/>
          <a:lstStyle/>
          <a:p>
            <a:pPr>
              <a:lnSpc>
                <a:spcPct val="200000"/>
              </a:lnSpc>
            </a:pPr>
            <a:r>
              <a:rPr lang="it-IT" dirty="0"/>
              <a:t>Ichimliklar:</a:t>
            </a:r>
            <a:endParaRPr lang="it-IT" dirty="0"/>
          </a:p>
          <a:p>
            <a:pPr>
              <a:lnSpc>
                <a:spcPct val="200000"/>
              </a:lnSpc>
            </a:pPr>
            <a:r>
              <a:rPr lang="it-IT" dirty="0"/>
              <a:t>Espresso</a:t>
            </a:r>
            <a:endParaRPr lang="it-IT" dirty="0"/>
          </a:p>
          <a:p>
            <a:pPr>
              <a:lnSpc>
                <a:spcPct val="200000"/>
              </a:lnSpc>
            </a:pPr>
            <a:r>
              <a:rPr lang="it-IT" dirty="0"/>
              <a:t>Cappuccino</a:t>
            </a:r>
            <a:endParaRPr lang="it-IT" dirty="0"/>
          </a:p>
          <a:p>
            <a:pPr>
              <a:lnSpc>
                <a:spcPct val="200000"/>
              </a:lnSpc>
            </a:pPr>
            <a:r>
              <a:rPr lang="it-IT" dirty="0"/>
              <a:t>Latte</a:t>
            </a:r>
            <a:endParaRPr lang="it-IT" dirty="0"/>
          </a:p>
          <a:p>
            <a:pPr>
              <a:lnSpc>
                <a:spcPct val="200000"/>
              </a:lnSpc>
            </a:pPr>
            <a:r>
              <a:rPr lang="it-IT" dirty="0"/>
              <a:t>Americano</a:t>
            </a:r>
            <a:endParaRPr lang="it-IT" dirty="0"/>
          </a:p>
          <a:p>
            <a:pPr>
              <a:lnSpc>
                <a:spcPct val="200000"/>
              </a:lnSpc>
            </a:pPr>
            <a:r>
              <a:rPr lang="it-IT" dirty="0"/>
              <a:t>Muzli kofe</a:t>
            </a:r>
            <a:endParaRPr lang="it-IT" dirty="0"/>
          </a:p>
          <a:p>
            <a:pPr>
              <a:lnSpc>
                <a:spcPct val="200000"/>
              </a:lnSpc>
            </a:pPr>
            <a:r>
              <a:rPr lang="it-IT" dirty="0"/>
              <a:t>Choy turlari</a:t>
            </a:r>
            <a:endParaRPr lang="it-IT" dirty="0"/>
          </a:p>
          <a:p>
            <a:endParaRPr lang="en-GB" dirty="0"/>
          </a:p>
        </p:txBody>
      </p:sp>
      <p:sp>
        <p:nvSpPr>
          <p:cNvPr id="4" name="Текст 3"/>
          <p:cNvSpPr>
            <a:spLocks noGrp="1"/>
          </p:cNvSpPr>
          <p:nvPr>
            <p:ph type="body" idx="2"/>
          </p:nvPr>
        </p:nvSpPr>
        <p:spPr>
          <a:xfrm>
            <a:off x="4607169" y="703385"/>
            <a:ext cx="4225131" cy="3865490"/>
          </a:xfrm>
        </p:spPr>
        <p:txBody>
          <a:bodyPr/>
          <a:lstStyle/>
          <a:p>
            <a:pPr>
              <a:lnSpc>
                <a:spcPct val="200000"/>
              </a:lnSpc>
            </a:pPr>
            <a:r>
              <a:rPr lang="sv-SE" dirty="0"/>
              <a:t>Qo‘shimcha mahsulotlar:</a:t>
            </a:r>
            <a:endParaRPr lang="sv-SE" dirty="0"/>
          </a:p>
          <a:p>
            <a:pPr>
              <a:lnSpc>
                <a:spcPct val="200000"/>
              </a:lnSpc>
            </a:pPr>
            <a:r>
              <a:rPr lang="sv-SE" dirty="0"/>
              <a:t>Kruassan</a:t>
            </a:r>
            <a:endParaRPr lang="sv-SE" dirty="0"/>
          </a:p>
          <a:p>
            <a:pPr>
              <a:lnSpc>
                <a:spcPct val="200000"/>
              </a:lnSpc>
            </a:pPr>
            <a:r>
              <a:rPr lang="sv-SE" dirty="0"/>
              <a:t>Donut</a:t>
            </a:r>
            <a:endParaRPr lang="sv-SE" dirty="0"/>
          </a:p>
          <a:p>
            <a:pPr>
              <a:lnSpc>
                <a:spcPct val="200000"/>
              </a:lnSpc>
            </a:pPr>
            <a:r>
              <a:rPr lang="sv-SE" dirty="0"/>
              <a:t>Pechenye</a:t>
            </a:r>
            <a:endParaRPr lang="sv-SE" dirty="0"/>
          </a:p>
          <a:p>
            <a:pPr>
              <a:lnSpc>
                <a:spcPct val="200000"/>
              </a:lnSpc>
            </a:pPr>
            <a:r>
              <a:rPr lang="sv-SE" dirty="0"/>
              <a:t>Sendvich</a:t>
            </a:r>
            <a:endParaRPr lang="sv-SE" dirty="0"/>
          </a:p>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GB" dirty="0" err="1"/>
              <a:t>Kofe</a:t>
            </a:r>
            <a:r>
              <a:rPr lang="en-GB" dirty="0"/>
              <a:t> </a:t>
            </a:r>
            <a:r>
              <a:rPr lang="en-GB" dirty="0" err="1"/>
              <a:t>do‘konining</a:t>
            </a:r>
            <a:r>
              <a:rPr lang="en-GB" dirty="0"/>
              <a:t> </a:t>
            </a:r>
            <a:r>
              <a:rPr lang="en-GB" dirty="0" err="1"/>
              <a:t>joylashuv</a:t>
            </a:r>
            <a:r>
              <a:rPr lang="en-GB" dirty="0"/>
              <a:t> </a:t>
            </a:r>
            <a:r>
              <a:rPr lang="en-GB" dirty="0" err="1"/>
              <a:t>variantlari</a:t>
            </a:r>
            <a:endParaRPr lang="en-GB" dirty="0"/>
          </a:p>
        </p:txBody>
      </p:sp>
      <p:sp>
        <p:nvSpPr>
          <p:cNvPr id="3" name="Текст 2"/>
          <p:cNvSpPr>
            <a:spLocks noGrp="1"/>
          </p:cNvSpPr>
          <p:nvPr>
            <p:ph type="body" idx="1"/>
          </p:nvPr>
        </p:nvSpPr>
        <p:spPr/>
        <p:txBody>
          <a:bodyPr/>
          <a:lstStyle/>
          <a:p>
            <a:r>
              <a:rPr lang="en-GB" b="1" dirty="0" err="1"/>
              <a:t>Universitet</a:t>
            </a:r>
            <a:r>
              <a:rPr lang="en-GB" b="1" dirty="0"/>
              <a:t> </a:t>
            </a:r>
            <a:r>
              <a:rPr lang="en-GB" b="1" dirty="0" err="1"/>
              <a:t>kirish</a:t>
            </a:r>
            <a:r>
              <a:rPr lang="en-GB" b="1" dirty="0"/>
              <a:t> </a:t>
            </a:r>
            <a:r>
              <a:rPr lang="en-GB" b="1" dirty="0" err="1"/>
              <a:t>qismi</a:t>
            </a:r>
            <a:endParaRPr lang="en-GB" b="1" dirty="0"/>
          </a:p>
          <a:p>
            <a:r>
              <a:rPr lang="en-GB" b="1" dirty="0" err="1"/>
              <a:t>Afzalliklari</a:t>
            </a:r>
            <a:r>
              <a:rPr lang="en-GB" b="1" dirty="0"/>
              <a:t>:</a:t>
            </a:r>
            <a:endParaRPr lang="en-GB" b="1" dirty="0"/>
          </a:p>
          <a:p>
            <a:r>
              <a:rPr lang="en-GB" dirty="0" err="1"/>
              <a:t>Eng</a:t>
            </a:r>
            <a:r>
              <a:rPr lang="en-GB" dirty="0"/>
              <a:t> </a:t>
            </a:r>
            <a:r>
              <a:rPr lang="en-GB" dirty="0" err="1"/>
              <a:t>katta</a:t>
            </a:r>
            <a:r>
              <a:rPr lang="en-GB" dirty="0"/>
              <a:t> </a:t>
            </a:r>
            <a:r>
              <a:rPr lang="en-GB" dirty="0" err="1"/>
              <a:t>odam</a:t>
            </a:r>
            <a:r>
              <a:rPr lang="en-GB" dirty="0"/>
              <a:t> </a:t>
            </a:r>
            <a:r>
              <a:rPr lang="en-GB" dirty="0" err="1"/>
              <a:t>oqimi</a:t>
            </a:r>
            <a:r>
              <a:rPr lang="en-GB" dirty="0"/>
              <a:t> </a:t>
            </a:r>
            <a:r>
              <a:rPr lang="en-GB" dirty="0" err="1"/>
              <a:t>aynan</a:t>
            </a:r>
            <a:r>
              <a:rPr lang="en-GB" dirty="0"/>
              <a:t> </a:t>
            </a:r>
            <a:r>
              <a:rPr lang="en-GB" dirty="0" err="1"/>
              <a:t>kirish</a:t>
            </a:r>
            <a:r>
              <a:rPr lang="en-GB" dirty="0"/>
              <a:t> </a:t>
            </a:r>
            <a:r>
              <a:rPr lang="en-GB" dirty="0" err="1"/>
              <a:t>qismida</a:t>
            </a:r>
            <a:r>
              <a:rPr lang="en-GB" dirty="0"/>
              <a:t> </a:t>
            </a:r>
            <a:r>
              <a:rPr lang="en-GB" dirty="0" err="1"/>
              <a:t>bo‘ladi</a:t>
            </a:r>
            <a:endParaRPr lang="en-GB" dirty="0"/>
          </a:p>
          <a:p>
            <a:r>
              <a:rPr lang="en-GB" dirty="0" err="1"/>
              <a:t>Talabalar</a:t>
            </a:r>
            <a:r>
              <a:rPr lang="en-GB" dirty="0"/>
              <a:t> </a:t>
            </a:r>
            <a:r>
              <a:rPr lang="en-GB" dirty="0" err="1"/>
              <a:t>darsdan</a:t>
            </a:r>
            <a:r>
              <a:rPr lang="en-GB" dirty="0"/>
              <a:t> </a:t>
            </a:r>
            <a:r>
              <a:rPr lang="en-GB" dirty="0" err="1"/>
              <a:t>oldin</a:t>
            </a:r>
            <a:r>
              <a:rPr lang="en-GB" dirty="0"/>
              <a:t> </a:t>
            </a:r>
            <a:r>
              <a:rPr lang="en-GB" dirty="0" err="1"/>
              <a:t>tezkor</a:t>
            </a:r>
            <a:r>
              <a:rPr lang="en-GB" dirty="0"/>
              <a:t> </a:t>
            </a:r>
            <a:r>
              <a:rPr lang="en-GB" dirty="0" err="1"/>
              <a:t>kofe</a:t>
            </a:r>
            <a:r>
              <a:rPr lang="en-GB" dirty="0"/>
              <a:t> </a:t>
            </a:r>
            <a:r>
              <a:rPr lang="en-GB" dirty="0" err="1"/>
              <a:t>olishadi</a:t>
            </a:r>
            <a:endParaRPr lang="en-GB" dirty="0"/>
          </a:p>
          <a:p>
            <a:r>
              <a:rPr lang="en-GB" dirty="0" err="1"/>
              <a:t>Mehmonlar</a:t>
            </a:r>
            <a:r>
              <a:rPr lang="en-GB" dirty="0"/>
              <a:t> </a:t>
            </a:r>
            <a:r>
              <a:rPr lang="en-GB" dirty="0" err="1"/>
              <a:t>va</a:t>
            </a:r>
            <a:r>
              <a:rPr lang="en-GB" dirty="0"/>
              <a:t> </a:t>
            </a:r>
            <a:r>
              <a:rPr lang="en-GB" dirty="0" err="1"/>
              <a:t>o‘qituvchilar</a:t>
            </a:r>
            <a:r>
              <a:rPr lang="en-GB" dirty="0"/>
              <a:t> ham </a:t>
            </a:r>
            <a:r>
              <a:rPr lang="en-GB" dirty="0" err="1"/>
              <a:t>foydalanadi</a:t>
            </a:r>
            <a:endParaRPr lang="en-GB" dirty="0"/>
          </a:p>
          <a:p>
            <a:r>
              <a:rPr lang="en-GB" dirty="0" err="1"/>
              <a:t>Reklama</a:t>
            </a:r>
            <a:r>
              <a:rPr lang="en-GB" dirty="0"/>
              <a:t> </a:t>
            </a:r>
            <a:r>
              <a:rPr lang="en-GB" dirty="0" err="1"/>
              <a:t>bannerini</a:t>
            </a:r>
            <a:r>
              <a:rPr lang="en-GB" dirty="0"/>
              <a:t> </a:t>
            </a:r>
            <a:r>
              <a:rPr lang="en-GB" dirty="0" err="1"/>
              <a:t>ko‘pchilik</a:t>
            </a:r>
            <a:r>
              <a:rPr lang="en-GB" dirty="0"/>
              <a:t> </a:t>
            </a:r>
            <a:r>
              <a:rPr lang="en-GB" dirty="0" err="1"/>
              <a:t>ko‘radi</a:t>
            </a:r>
            <a:endParaRPr lang="en-GB" dirty="0"/>
          </a:p>
          <a:p>
            <a:r>
              <a:rPr lang="en-GB" b="1" dirty="0" err="1"/>
              <a:t>Iqtisodiy</a:t>
            </a:r>
            <a:r>
              <a:rPr lang="en-GB" b="1" dirty="0"/>
              <a:t> </a:t>
            </a:r>
            <a:r>
              <a:rPr lang="en-GB" b="1" dirty="0" err="1"/>
              <a:t>foyda</a:t>
            </a:r>
            <a:r>
              <a:rPr lang="en-GB" b="1" dirty="0"/>
              <a:t>:</a:t>
            </a:r>
            <a:endParaRPr lang="en-GB" b="1" dirty="0"/>
          </a:p>
          <a:p>
            <a:r>
              <a:rPr lang="en-GB" dirty="0" err="1"/>
              <a:t>Kunlik</a:t>
            </a:r>
            <a:r>
              <a:rPr lang="en-GB" dirty="0"/>
              <a:t> </a:t>
            </a:r>
            <a:r>
              <a:rPr lang="en-GB" dirty="0" err="1"/>
              <a:t>savdo</a:t>
            </a:r>
            <a:r>
              <a:rPr lang="en-GB" dirty="0"/>
              <a:t> </a:t>
            </a:r>
            <a:r>
              <a:rPr lang="en-GB" dirty="0" err="1"/>
              <a:t>hajmi</a:t>
            </a:r>
            <a:r>
              <a:rPr lang="en-GB" dirty="0"/>
              <a:t> </a:t>
            </a:r>
            <a:r>
              <a:rPr lang="en-GB" dirty="0" err="1"/>
              <a:t>yuqori</a:t>
            </a:r>
            <a:endParaRPr lang="en-GB" dirty="0"/>
          </a:p>
          <a:p>
            <a:r>
              <a:rPr lang="en-GB" dirty="0" err="1"/>
              <a:t>Brend</a:t>
            </a:r>
            <a:r>
              <a:rPr lang="en-GB" dirty="0"/>
              <a:t> </a:t>
            </a:r>
            <a:r>
              <a:rPr lang="en-GB" dirty="0" err="1"/>
              <a:t>tez</a:t>
            </a:r>
            <a:r>
              <a:rPr lang="en-GB" dirty="0"/>
              <a:t> </a:t>
            </a:r>
            <a:r>
              <a:rPr lang="en-GB" dirty="0" err="1"/>
              <a:t>taniladi</a:t>
            </a:r>
            <a:endParaRPr lang="en-GB" dirty="0"/>
          </a:p>
          <a:p>
            <a:r>
              <a:rPr lang="en-GB" dirty="0" err="1"/>
              <a:t>Impuls</a:t>
            </a:r>
            <a:r>
              <a:rPr lang="en-GB" dirty="0"/>
              <a:t> </a:t>
            </a:r>
            <a:r>
              <a:rPr lang="en-GB" dirty="0" err="1"/>
              <a:t>xaridlar</a:t>
            </a:r>
            <a:r>
              <a:rPr lang="en-GB" dirty="0"/>
              <a:t> </a:t>
            </a:r>
            <a:r>
              <a:rPr lang="en-GB" dirty="0" err="1"/>
              <a:t>ko‘p</a:t>
            </a:r>
            <a:r>
              <a:rPr lang="en-GB" dirty="0"/>
              <a:t> </a:t>
            </a:r>
            <a:r>
              <a:rPr lang="en-GB" dirty="0" err="1"/>
              <a:t>bo‘ladi</a:t>
            </a:r>
            <a:endParaRPr lang="en-GB" dirty="0"/>
          </a:p>
          <a:p>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35"/>
          <p:cNvSpPr txBox="1">
            <a:spLocks noGrp="1"/>
          </p:cNvSpPr>
          <p:nvPr>
            <p:ph type="title"/>
          </p:nvPr>
        </p:nvSpPr>
        <p:spPr>
          <a:xfrm>
            <a:off x="848299" y="2411249"/>
            <a:ext cx="7238082" cy="49720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800"/>
              <a:buNone/>
            </a:pPr>
            <a:r>
              <a:rPr lang="en-GB" sz="4400"/>
              <a:t>E’TIBORINGIZ UCHUN RAHMAT</a:t>
            </a:r>
            <a:endParaRPr sz="4400"/>
          </a:p>
        </p:txBody>
      </p:sp>
    </p:spTree>
  </p:cSld>
  <p:clrMapOvr>
    <a:masterClrMapping/>
  </p:clrMapOvr>
</p:sld>
</file>

<file path=ppt/theme/theme1.xml><?xml version="1.0" encoding="utf-8"?>
<a:theme xmlns:a="http://schemas.openxmlformats.org/drawingml/2006/main" name="E-Commerce Infographics by Slidesgo">
  <a:themeElements>
    <a:clrScheme name="Simple Light">
      <a:dk1>
        <a:srgbClr val="000000"/>
      </a:dk1>
      <a:lt1>
        <a:srgbClr val="FFFFFF"/>
      </a:lt1>
      <a:dk2>
        <a:srgbClr val="929292"/>
      </a:dk2>
      <a:lt2>
        <a:srgbClr val="CFCFCF"/>
      </a:lt2>
      <a:accent1>
        <a:srgbClr val="C0C55F"/>
      </a:accent1>
      <a:accent2>
        <a:srgbClr val="39B6B5"/>
      </a:accent2>
      <a:accent3>
        <a:srgbClr val="B878C2"/>
      </a:accent3>
      <a:accent4>
        <a:srgbClr val="957FCA"/>
      </a:accent4>
      <a:accent5>
        <a:srgbClr val="6639A8"/>
      </a:accent5>
      <a:accent6>
        <a:srgbClr val="4C0768"/>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5289</Words>
  <Application>WPS Presentation</Application>
  <PresentationFormat>Экран (16:9)</PresentationFormat>
  <Paragraphs>163</Paragraphs>
  <Slides>14</Slides>
  <Notes>11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14</vt:i4>
      </vt:variant>
    </vt:vector>
  </HeadingPairs>
  <TitlesOfParts>
    <vt:vector size="25" baseType="lpstr">
      <vt:lpstr>Arial</vt:lpstr>
      <vt:lpstr>SimSun</vt:lpstr>
      <vt:lpstr>Wingdings</vt:lpstr>
      <vt:lpstr>Arial</vt:lpstr>
      <vt:lpstr>Fira Sans Extra Condensed Medium</vt:lpstr>
      <vt:lpstr>Roboto</vt:lpstr>
      <vt:lpstr>Fira Sans Extra Condensed</vt:lpstr>
      <vt:lpstr>Bebas Neue</vt:lpstr>
      <vt:lpstr>Microsoft YaHei</vt:lpstr>
      <vt:lpstr>Arial Unicode MS</vt:lpstr>
      <vt:lpstr>E-Commerce Infographics by Slidesgo</vt:lpstr>
      <vt:lpstr>SHOP</vt:lpstr>
      <vt:lpstr>REJA:</vt:lpstr>
      <vt:lpstr>PowerPoint 演示文稿</vt:lpstr>
      <vt:lpstr>PAY</vt:lpstr>
      <vt:lpstr>Bozor Tahlili va Talablarni O'rganish</vt:lpstr>
      <vt:lpstr>5%</vt:lpstr>
      <vt:lpstr>Harajatlar va Moliyaviy Hisob-kitoblar</vt:lpstr>
      <vt:lpstr>Loyihaning Tijorat Potentsiali</vt:lpstr>
      <vt:lpstr>Joy Tanlash va O'rnatish Jarayoni</vt:lpstr>
      <vt:lpstr>Marketing va Rivojlantirish Strategiyalari</vt:lpstr>
      <vt:lpstr>03</vt:lpstr>
      <vt:lpstr>PowerPoint 演示文稿</vt:lpstr>
      <vt:lpstr>Kofe do‘konining joylashuv variantlari</vt:lpstr>
      <vt:lpstr>E’TIBORINGIZ UCHUN RAHMAT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Unversitetda kofe do’koni ochish to’g’risida biznes reja</dc:title>
  <dc:creator>Пользователь</dc:creator>
  <cp:lastModifiedBy>user</cp:lastModifiedBy>
  <cp:revision>3</cp:revision>
  <dcterms:created xsi:type="dcterms:W3CDTF">2026-04-18T15:09:27Z</dcterms:created>
  <dcterms:modified xsi:type="dcterms:W3CDTF">2026-04-18T15:10:10Z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CA2FB2542C4C44FCBB779739F962CC1E_12</vt:lpwstr>
  </property>
  <property fmtid="{D5CDD505-2E9C-101B-9397-08002B2CF9AE}" pid="3" name="KSOProductBuildVer">
    <vt:lpwstr>1033-12.1.0.25242</vt:lpwstr>
  </property>
</Properties>
</file>